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handoutMasters/handoutMaster1.xml" ContentType="application/vnd.openxmlformats-officedocument.presentationml.handoutMaster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</Types>
</file>

<file path=_rels/.rels><?xml version="1.0" encoding="UTF-8"?>
<Relationships xmlns="http://schemas.openxmlformats.org/package/2006/relationships"><Relationship Id="rId1" Type="http://schemas.openxmlformats.org/officeDocument/2006/relationships/officeDocument" Target="ppt/presentation.xml"></Relationship><Relationship Id="rId2" Type="http://schemas.openxmlformats.org/package/2006/relationships/metadata/core-properties" Target="docProps/core.xml"></Relationship><Relationship Id="rId3" Type="http://schemas.openxmlformats.org/officeDocument/2006/relationships/extended-properties" Target="docProps/app.xml"></Relationship><Relationship Id="rId4" Type="http://schemas.openxmlformats.org/package/2006/relationships/metadata/thumbnail" Target="docProps/thumbnail.jpeg"></Relationship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saveSubsetFonts="1">
  <p:sldMasterIdLst>
    <p:sldMasterId id="2147485676" r:id="rId13"/>
  </p:sldMasterIdLst>
  <p:notesMasterIdLst>
    <p:notesMasterId r:id="rId17"/>
  </p:notesMasterIdLst>
  <p:handoutMasterIdLst>
    <p:handoutMasterId r:id="rId15"/>
  </p:handoutMasterIdLst>
  <p:sldIdLst>
    <p:sldId id="256" r:id="rId19"/>
    <p:sldId id="257" r:id="rId20"/>
    <p:sldId id="258" r:id="rId21"/>
    <p:sldId id="260" r:id="rId22"/>
    <p:sldId id="261" r:id="rId23"/>
    <p:sldId id="262" r:id="rId24"/>
    <p:sldId id="263" r:id="rId25"/>
    <p:sldId id="264" r:id="rId26"/>
    <p:sldId id="265" r:id="rId27"/>
    <p:sldId id="266" r:id="rId2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</p:extLst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View">
  <p:normalViewPr horzBarState="maximized">
    <p:restoredLeft sz="18001" autoAdjust="0"/>
    <p:restoredTop sz="94660"/>
  </p:normalViewPr>
  <p:slideViewPr>
    <p:cSldViewPr snapToGrid="0" snapToObjects="1">
      <p:cViewPr varScale="1">
        <p:scale>
          <a:sx n="88" d="100"/>
          <a:sy n="88" d="100"/>
        </p:scale>
        <p:origin x="96" y="4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79" d="100"/>
          <a:sy n="79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?>
<Relationships xmlns="http://schemas.openxmlformats.org/package/2006/relationships"><Relationship Id="rId1" Type="http://schemas.openxmlformats.org/officeDocument/2006/relationships/tableStyles" Target="tableStyles.xml"></Relationship><Relationship Id="rId13" Type="http://schemas.openxmlformats.org/officeDocument/2006/relationships/slideMaster" Target="slideMasters/slideMaster1.xml"></Relationship><Relationship Id="rId14" Type="http://schemas.openxmlformats.org/officeDocument/2006/relationships/theme" Target="theme/theme1.xml"></Relationship><Relationship Id="rId15" Type="http://schemas.openxmlformats.org/officeDocument/2006/relationships/handoutMaster" Target="handoutMasters/handoutMaster1.xml"></Relationship><Relationship Id="rId17" Type="http://schemas.openxmlformats.org/officeDocument/2006/relationships/notesMaster" Target="notesMasters/notesMaster1.xml"></Relationship><Relationship Id="rId19" Type="http://schemas.openxmlformats.org/officeDocument/2006/relationships/slide" Target="slides/slide1.xml"></Relationship><Relationship Id="rId20" Type="http://schemas.openxmlformats.org/officeDocument/2006/relationships/slide" Target="slides/slide2.xml"></Relationship><Relationship Id="rId21" Type="http://schemas.openxmlformats.org/officeDocument/2006/relationships/slide" Target="slides/slide3.xml"></Relationship><Relationship Id="rId22" Type="http://schemas.openxmlformats.org/officeDocument/2006/relationships/slide" Target="slides/slide4.xml"></Relationship><Relationship Id="rId23" Type="http://schemas.openxmlformats.org/officeDocument/2006/relationships/slide" Target="slides/slide5.xml"></Relationship><Relationship Id="rId24" Type="http://schemas.openxmlformats.org/officeDocument/2006/relationships/slide" Target="slides/slide6.xml"></Relationship><Relationship Id="rId25" Type="http://schemas.openxmlformats.org/officeDocument/2006/relationships/slide" Target="slides/slide7.xml"></Relationship><Relationship Id="rId26" Type="http://schemas.openxmlformats.org/officeDocument/2006/relationships/slide" Target="slides/slide8.xml"></Relationship><Relationship Id="rId27" Type="http://schemas.openxmlformats.org/officeDocument/2006/relationships/slide" Target="slides/slide9.xml"></Relationship><Relationship Id="rId28" Type="http://schemas.openxmlformats.org/officeDocument/2006/relationships/slide" Target="slides/slide10.xml"></Relationship><Relationship Id="rId39" Type="http://schemas.openxmlformats.org/officeDocument/2006/relationships/viewProps" Target="viewProps.xml"></Relationship><Relationship Id="rId40" Type="http://schemas.openxmlformats.org/officeDocument/2006/relationships/presProps" Target="presProps.xml"></Relationship></Relationships>
</file>

<file path=ppt/handoutMasters/_rels/handoutMaster1.xml.rels><?xml version="1.0" encoding="UTF-8"?>
<Relationships xmlns="http://schemas.openxmlformats.org/package/2006/relationships"><Relationship Id="rId1" Type="http://schemas.openxmlformats.org/officeDocument/2006/relationships/theme" Target="../theme/theme2.xml"></Relationship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9214C1-2863-45BA-A7C5-D5EA3C3D4C30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3020B9-F693-4639-BB27-7B1AD87C61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64276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?>
<Relationships xmlns="http://schemas.openxmlformats.org/package/2006/relationships"><Relationship Id="rId1" Type="http://schemas.openxmlformats.org/officeDocument/2006/relationships/theme" Target="../theme/theme3.xml"></Relationship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563C85-90F6-445D-9B5B-8ABB00FB3043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B16B34-ED2F-4269-81E8-097D50C902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08175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1.xml"></Relationship></Relationships>
</file>

<file path=ppt/notesSlides/_rels/notesSlide2.xml.rels><?xml version="1.0" encoding="UTF-8"?>
<Relationships xmlns="http://schemas.openxmlformats.org/package/2006/relationships"><Relationship Id="rId1" Type="http://schemas.openxmlformats.org/officeDocument/2006/relationships/slide" Target="../slides/slide2.xml"></Relationship><Relationship Id="rId2" Type="http://schemas.openxmlformats.org/officeDocument/2006/relationships/notesMaster" Target="../notesMasters/notesMaster1.xml"></Relationship></Relationships>
</file>

<file path=ppt/notesSlides/_rels/notesSlide3.xml.rels><?xml version="1.0" encoding="UTF-8"?>
<Relationships xmlns="http://schemas.openxmlformats.org/package/2006/relationships"><Relationship Id="rId1" Type="http://schemas.openxmlformats.org/officeDocument/2006/relationships/slide" Target="../slides/slide3.xml"></Relationship><Relationship Id="rId2" Type="http://schemas.openxmlformats.org/officeDocument/2006/relationships/notesMaster" Target="../notesMasters/notesMaster1.xml"></Relationship></Relationships>
</file>

<file path=ppt/notesSlides/_rels/notesSlide4.xml.rels><?xml version="1.0" encoding="UTF-8"?>
<Relationships xmlns="http://schemas.openxmlformats.org/package/2006/relationships"><Relationship Id="rId1" Type="http://schemas.openxmlformats.org/officeDocument/2006/relationships/slide" Target="../slides/slide4.xml"></Relationship><Relationship Id="rId2" Type="http://schemas.openxmlformats.org/officeDocument/2006/relationships/notesMaster" Target="../notesMasters/notesMaster1.xml"></Relationship></Relationships>
</file>

<file path=ppt/notesSlides/_rels/notesSlide5.xml.rels><?xml version="1.0" encoding="UTF-8"?>
<Relationships xmlns="http://schemas.openxmlformats.org/package/2006/relationships"><Relationship Id="rId1" Type="http://schemas.openxmlformats.org/officeDocument/2006/relationships/slide" Target="../slides/slide5.xml"></Relationship><Relationship Id="rId2" Type="http://schemas.openxmlformats.org/officeDocument/2006/relationships/notesMaster" Target="../notesMasters/notesMaster1.xml"></Relationship></Relationships>
</file>

<file path=ppt/notesSlides/_rels/notesSlide6.xml.rels><?xml version="1.0" encoding="UTF-8"?>
<Relationships xmlns="http://schemas.openxmlformats.org/package/2006/relationships"><Relationship Id="rId1" Type="http://schemas.openxmlformats.org/officeDocument/2006/relationships/slide" Target="../slides/slide6.xml"></Relationship><Relationship Id="rId2" Type="http://schemas.openxmlformats.org/officeDocument/2006/relationships/notesMaster" Target="../notesMasters/notesMaster1.xml"></Relationship></Relationships>
</file>

<file path=ppt/notesSlides/_rels/notesSlide7.xml.rels><?xml version="1.0" encoding="UTF-8"?>
<Relationships xmlns="http://schemas.openxmlformats.org/package/2006/relationships"><Relationship Id="rId1" Type="http://schemas.openxmlformats.org/officeDocument/2006/relationships/slide" Target="../slides/slide7.xml"></Relationship><Relationship Id="rId2" Type="http://schemas.openxmlformats.org/officeDocument/2006/relationships/notesMaster" Target="../notesMasters/notesMaster1.xml"></Relationship></Relationships>
</file>

<file path=ppt/notesSlides/_rels/notesSlide8.xml.rels><?xml version="1.0" encoding="UTF-8"?>
<Relationships xmlns="http://schemas.openxmlformats.org/package/2006/relationships"><Relationship Id="rId1" Type="http://schemas.openxmlformats.org/officeDocument/2006/relationships/slide" Target="../slides/slide8.xml"></Relationship><Relationship Id="rId2" Type="http://schemas.openxmlformats.org/officeDocument/2006/relationships/notesMaster" Target="../notesMasters/notesMaster1.xml"></Relationship></Relationships>
</file>

<file path=ppt/notesSlides/_rels/notesSlide9.xml.rels><?xml version="1.0" encoding="UTF-8"?>
<Relationships xmlns="http://schemas.openxmlformats.org/package/2006/relationships"><Relationship Id="rId1" Type="http://schemas.openxmlformats.org/officeDocument/2006/relationships/slide" Target="../slides/slide9.xml"></Relationship><Relationship Id="rId2" Type="http://schemas.openxmlformats.org/officeDocument/2006/relationships/notesMaster" Target="../notesMasters/notesMaster1.xml"></Relationship></Relationships>
</file>

<file path=ppt/notesSlides/_rels/notesSlide10.xml.rels><?xml version="1.0" encoding="UTF-8"?>
<Relationships xmlns="http://schemas.openxmlformats.org/package/2006/relationships"><Relationship Id="rId1" Type="http://schemas.openxmlformats.org/officeDocument/2006/relationships/slide" Target="../slides/slide10.xml"></Relationship><Relationship Id="rId2" Type="http://schemas.openxmlformats.org/officeDocument/2006/relationships/notesMaster" Target="../notesMasters/notesMaster1.xml"></Relationship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16B34-ED2F-4269-81E8-097D50C90279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64566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 rot="0">
            <a:off x="685800" y="1143000"/>
            <a:ext cx="5487035" cy="3086735"/>
          </a:xfrm>
          <a:prstGeom prst="rect"/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/>
          </a:p>
        </p:txBody>
      </p:sp>
      <p:sp>
        <p:nvSpPr>
          <p:cNvPr id="3" name="슬라이드 노트 개체 틀 2"/>
          <p:cNvSpPr txBox="1">
            <a:spLocks noGrp="1"/>
          </p:cNvSpPr>
          <p:nvPr>
            <p:ph type="body" idx="1"/>
          </p:nvPr>
        </p:nvSpPr>
        <p:spPr>
          <a:xfrm rot="0">
            <a:off x="685800" y="4400550"/>
            <a:ext cx="5487035" cy="3601085"/>
          </a:xfrm>
          <a:prstGeom prst="rect"/>
        </p:spPr>
        <p:txBody>
          <a:bodyPr wrap="square" lIns="91440" tIns="45720" rIns="91440" bIns="45720" numCol="1" vert="horz" anchor="t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4" name="슬라이드 번호 개체 틀 3"/>
          <p:cNvSpPr txBox="1">
            <a:spLocks noGrp="1"/>
          </p:cNvSpPr>
          <p:nvPr>
            <p:ph type="sldNum" idx="10"/>
          </p:nvPr>
        </p:nvSpPr>
        <p:spPr>
          <a:xfrm rot="0">
            <a:off x="3884930" y="8685530"/>
            <a:ext cx="2972435" cy="459105"/>
          </a:xfrm>
          <a:prstGeom prst="rect"/>
        </p:spPr>
        <p:txBody>
          <a:bodyPr wrap="square" lIns="91440" tIns="45720" rIns="91440" bIns="45720" numCol="1" vert="horz" anchor="b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 lang="ko-KR" altLang="en-US"/>
              <a:t>1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/>
    </mc:Choice>
    <mc:Fallback>
      <p:transition spd="slow"/>
    </mc:Fallback>
  </mc:AlternateContent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 rot="0">
            <a:off x="685800" y="1143000"/>
            <a:ext cx="5487035" cy="3086735"/>
          </a:xfrm>
          <a:prstGeom prst="rect"/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/>
          </a:p>
        </p:txBody>
      </p:sp>
      <p:sp>
        <p:nvSpPr>
          <p:cNvPr id="3" name="슬라이드 노트 개체 틀 2"/>
          <p:cNvSpPr txBox="1">
            <a:spLocks noGrp="1"/>
          </p:cNvSpPr>
          <p:nvPr>
            <p:ph type="body" idx="1"/>
          </p:nvPr>
        </p:nvSpPr>
        <p:spPr>
          <a:xfrm rot="0">
            <a:off x="685800" y="4400550"/>
            <a:ext cx="5487035" cy="3601085"/>
          </a:xfrm>
          <a:prstGeom prst="rect"/>
        </p:spPr>
        <p:txBody>
          <a:bodyPr wrap="square" lIns="91440" tIns="45720" rIns="91440" bIns="45720" numCol="1" vert="horz" anchor="t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4" name="슬라이드 번호 개체 틀 3"/>
          <p:cNvSpPr txBox="1">
            <a:spLocks noGrp="1"/>
          </p:cNvSpPr>
          <p:nvPr>
            <p:ph type="sldNum" idx="10"/>
          </p:nvPr>
        </p:nvSpPr>
        <p:spPr>
          <a:xfrm rot="0">
            <a:off x="3884930" y="8685530"/>
            <a:ext cx="2972435" cy="459105"/>
          </a:xfrm>
          <a:prstGeom prst="rect"/>
        </p:spPr>
        <p:txBody>
          <a:bodyPr wrap="square" lIns="91440" tIns="45720" rIns="91440" bIns="45720" numCol="1" vert="horz" anchor="b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 lang="ko-KR" altLang="en-US"/>
              <a:t>1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/>
    </mc:Choice>
    <mc:Fallback>
      <p:transition spd="slow"/>
    </mc:Fallback>
  </mc:AlternateContent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 rot="0">
            <a:off x="685800" y="1143000"/>
            <a:ext cx="5487035" cy="3086735"/>
          </a:xfrm>
          <a:prstGeom prst="rect"/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/>
          </a:p>
        </p:txBody>
      </p:sp>
      <p:sp>
        <p:nvSpPr>
          <p:cNvPr id="3" name="슬라이드 노트 개체 틀 2"/>
          <p:cNvSpPr txBox="1">
            <a:spLocks noGrp="1"/>
          </p:cNvSpPr>
          <p:nvPr>
            <p:ph type="body" idx="1"/>
          </p:nvPr>
        </p:nvSpPr>
        <p:spPr>
          <a:xfrm rot="0">
            <a:off x="685800" y="4400550"/>
            <a:ext cx="5487035" cy="3601085"/>
          </a:xfrm>
          <a:prstGeom prst="rect"/>
        </p:spPr>
        <p:txBody>
          <a:bodyPr wrap="square" lIns="91440" tIns="45720" rIns="91440" bIns="45720" numCol="1" vert="horz" anchor="t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4" name="슬라이드 번호 개체 틀 3"/>
          <p:cNvSpPr txBox="1">
            <a:spLocks noGrp="1"/>
          </p:cNvSpPr>
          <p:nvPr>
            <p:ph type="sldNum" idx="10"/>
          </p:nvPr>
        </p:nvSpPr>
        <p:spPr>
          <a:xfrm rot="0">
            <a:off x="3884930" y="8685530"/>
            <a:ext cx="2972435" cy="459105"/>
          </a:xfrm>
          <a:prstGeom prst="rect"/>
        </p:spPr>
        <p:txBody>
          <a:bodyPr wrap="square" lIns="91440" tIns="45720" rIns="91440" bIns="45720" numCol="1" vert="horz" anchor="b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 lang="ko-KR" altLang="en-US"/>
              <a:t>1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/>
    </mc:Choice>
    <mc:Fallback>
      <p:transition spd="slow"/>
    </mc:Fallback>
  </mc:AlternateContent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 rot="0">
            <a:off x="685800" y="1143000"/>
            <a:ext cx="5487035" cy="3086735"/>
          </a:xfrm>
          <a:prstGeom prst="rect"/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/>
          </a:p>
        </p:txBody>
      </p:sp>
      <p:sp>
        <p:nvSpPr>
          <p:cNvPr id="3" name="슬라이드 노트 개체 틀 2"/>
          <p:cNvSpPr txBox="1">
            <a:spLocks noGrp="1"/>
          </p:cNvSpPr>
          <p:nvPr>
            <p:ph type="body" idx="1"/>
          </p:nvPr>
        </p:nvSpPr>
        <p:spPr>
          <a:xfrm rot="0">
            <a:off x="685800" y="4400550"/>
            <a:ext cx="5487035" cy="3601085"/>
          </a:xfrm>
          <a:prstGeom prst="rect"/>
        </p:spPr>
        <p:txBody>
          <a:bodyPr wrap="square" lIns="91440" tIns="45720" rIns="91440" bIns="45720" numCol="1" vert="horz" anchor="t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4" name="슬라이드 번호 개체 틀 3"/>
          <p:cNvSpPr txBox="1">
            <a:spLocks noGrp="1"/>
          </p:cNvSpPr>
          <p:nvPr>
            <p:ph type="sldNum" idx="10"/>
          </p:nvPr>
        </p:nvSpPr>
        <p:spPr>
          <a:xfrm rot="0">
            <a:off x="3884930" y="8685530"/>
            <a:ext cx="2972435" cy="459105"/>
          </a:xfrm>
          <a:prstGeom prst="rect"/>
        </p:spPr>
        <p:txBody>
          <a:bodyPr wrap="square" lIns="91440" tIns="45720" rIns="91440" bIns="45720" numCol="1" vert="horz" anchor="b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 lang="ko-KR" altLang="en-US"/>
              <a:t>1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/>
    </mc:Choice>
    <mc:Fallback>
      <p:transition spd="slow"/>
    </mc:Fallback>
  </mc:AlternateContent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 rot="0">
            <a:off x="685800" y="1143000"/>
            <a:ext cx="5487035" cy="3086735"/>
          </a:xfrm>
          <a:prstGeom prst="rect"/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/>
          </a:p>
        </p:txBody>
      </p:sp>
      <p:sp>
        <p:nvSpPr>
          <p:cNvPr id="3" name="슬라이드 노트 개체 틀 2"/>
          <p:cNvSpPr txBox="1">
            <a:spLocks noGrp="1"/>
          </p:cNvSpPr>
          <p:nvPr>
            <p:ph type="body" idx="1"/>
          </p:nvPr>
        </p:nvSpPr>
        <p:spPr>
          <a:xfrm rot="0">
            <a:off x="685800" y="4400550"/>
            <a:ext cx="5487035" cy="3601085"/>
          </a:xfrm>
          <a:prstGeom prst="rect"/>
        </p:spPr>
        <p:txBody>
          <a:bodyPr wrap="square" lIns="91440" tIns="45720" rIns="91440" bIns="45720" numCol="1" vert="horz" anchor="t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4" name="슬라이드 번호 개체 틀 3"/>
          <p:cNvSpPr txBox="1">
            <a:spLocks noGrp="1"/>
          </p:cNvSpPr>
          <p:nvPr>
            <p:ph type="sldNum" idx="10"/>
          </p:nvPr>
        </p:nvSpPr>
        <p:spPr>
          <a:xfrm rot="0">
            <a:off x="3884930" y="8685530"/>
            <a:ext cx="2972435" cy="459105"/>
          </a:xfrm>
          <a:prstGeom prst="rect"/>
        </p:spPr>
        <p:txBody>
          <a:bodyPr wrap="square" lIns="91440" tIns="45720" rIns="91440" bIns="45720" numCol="1" vert="horz" anchor="b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 lang="ko-KR" altLang="en-US"/>
              <a:t>1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/>
    </mc:Choice>
    <mc:Fallback>
      <p:transition spd="slow"/>
    </mc:Fallback>
  </mc:AlternateContent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 rot="0">
            <a:off x="685800" y="1143000"/>
            <a:ext cx="5487035" cy="3086735"/>
          </a:xfrm>
          <a:prstGeom prst="rect"/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/>
          </a:p>
        </p:txBody>
      </p:sp>
      <p:sp>
        <p:nvSpPr>
          <p:cNvPr id="3" name="슬라이드 노트 개체 틀 2"/>
          <p:cNvSpPr txBox="1">
            <a:spLocks noGrp="1"/>
          </p:cNvSpPr>
          <p:nvPr>
            <p:ph type="body" idx="1"/>
          </p:nvPr>
        </p:nvSpPr>
        <p:spPr>
          <a:xfrm rot="0">
            <a:off x="685800" y="4400550"/>
            <a:ext cx="5487035" cy="3601085"/>
          </a:xfrm>
          <a:prstGeom prst="rect"/>
        </p:spPr>
        <p:txBody>
          <a:bodyPr wrap="square" lIns="91440" tIns="45720" rIns="91440" bIns="45720" numCol="1" vert="horz" anchor="t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4" name="슬라이드 번호 개체 틀 3"/>
          <p:cNvSpPr txBox="1">
            <a:spLocks noGrp="1"/>
          </p:cNvSpPr>
          <p:nvPr>
            <p:ph type="sldNum" idx="10"/>
          </p:nvPr>
        </p:nvSpPr>
        <p:spPr>
          <a:xfrm rot="0">
            <a:off x="3884930" y="8685530"/>
            <a:ext cx="2972435" cy="459105"/>
          </a:xfrm>
          <a:prstGeom prst="rect"/>
        </p:spPr>
        <p:txBody>
          <a:bodyPr wrap="square" lIns="91440" tIns="45720" rIns="91440" bIns="45720" numCol="1" vert="horz" anchor="b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 lang="ko-KR" altLang="en-US"/>
              <a:t>1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/>
    </mc:Choice>
    <mc:Fallback>
      <p:transition spd="slow"/>
    </mc:Fallback>
  </mc:AlternateContent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 rot="0">
            <a:off x="685800" y="1143000"/>
            <a:ext cx="5487035" cy="3086735"/>
          </a:xfrm>
          <a:prstGeom prst="rect"/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/>
          </a:p>
        </p:txBody>
      </p:sp>
      <p:sp>
        <p:nvSpPr>
          <p:cNvPr id="3" name="슬라이드 노트 개체 틀 2"/>
          <p:cNvSpPr txBox="1">
            <a:spLocks noGrp="1"/>
          </p:cNvSpPr>
          <p:nvPr>
            <p:ph type="body" idx="1"/>
          </p:nvPr>
        </p:nvSpPr>
        <p:spPr>
          <a:xfrm rot="0">
            <a:off x="685800" y="4400550"/>
            <a:ext cx="5487035" cy="3601085"/>
          </a:xfrm>
          <a:prstGeom prst="rect"/>
        </p:spPr>
        <p:txBody>
          <a:bodyPr wrap="square" lIns="91440" tIns="45720" rIns="91440" bIns="45720" numCol="1" vert="horz" anchor="t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4" name="슬라이드 번호 개체 틀 3"/>
          <p:cNvSpPr txBox="1">
            <a:spLocks noGrp="1"/>
          </p:cNvSpPr>
          <p:nvPr>
            <p:ph type="sldNum" idx="10"/>
          </p:nvPr>
        </p:nvSpPr>
        <p:spPr>
          <a:xfrm rot="0">
            <a:off x="3884930" y="8685530"/>
            <a:ext cx="2972435" cy="459105"/>
          </a:xfrm>
          <a:prstGeom prst="rect"/>
        </p:spPr>
        <p:txBody>
          <a:bodyPr wrap="square" lIns="91440" tIns="45720" rIns="91440" bIns="45720" numCol="1" vert="horz" anchor="b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 lang="ko-KR" altLang="en-US"/>
              <a:t>1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/>
    </mc:Choice>
    <mc:Fallback>
      <p:transition spd="slow"/>
    </mc:Fallback>
  </mc:AlternateContent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 rot="0">
            <a:off x="685800" y="1143000"/>
            <a:ext cx="5487035" cy="3086735"/>
          </a:xfrm>
          <a:prstGeom prst="rect"/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/>
          </a:p>
        </p:txBody>
      </p:sp>
      <p:sp>
        <p:nvSpPr>
          <p:cNvPr id="3" name="슬라이드 노트 개체 틀 2"/>
          <p:cNvSpPr txBox="1">
            <a:spLocks noGrp="1"/>
          </p:cNvSpPr>
          <p:nvPr>
            <p:ph type="body" idx="1"/>
          </p:nvPr>
        </p:nvSpPr>
        <p:spPr>
          <a:xfrm rot="0">
            <a:off x="685800" y="4400550"/>
            <a:ext cx="5487035" cy="3601085"/>
          </a:xfrm>
          <a:prstGeom prst="rect"/>
        </p:spPr>
        <p:txBody>
          <a:bodyPr wrap="square" lIns="91440" tIns="45720" rIns="91440" bIns="45720" numCol="1" vert="horz" anchor="t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4" name="슬라이드 번호 개체 틀 3"/>
          <p:cNvSpPr txBox="1">
            <a:spLocks noGrp="1"/>
          </p:cNvSpPr>
          <p:nvPr>
            <p:ph type="sldNum" idx="10"/>
          </p:nvPr>
        </p:nvSpPr>
        <p:spPr>
          <a:xfrm rot="0">
            <a:off x="3884930" y="8685530"/>
            <a:ext cx="2972435" cy="459105"/>
          </a:xfrm>
          <a:prstGeom prst="rect"/>
        </p:spPr>
        <p:txBody>
          <a:bodyPr wrap="square" lIns="91440" tIns="45720" rIns="91440" bIns="45720" numCol="1" vert="horz" anchor="b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 lang="ko-KR" altLang="en-US"/>
              <a:t>1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/>
    </mc:Choice>
    <mc:Fallback>
      <p:transition spd="slow"/>
    </mc:Fallback>
  </mc:AlternateContent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 rot="0">
            <a:off x="685800" y="1143000"/>
            <a:ext cx="5487035" cy="3086735"/>
          </a:xfrm>
          <a:prstGeom prst="rect"/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/>
          </a:p>
        </p:txBody>
      </p:sp>
      <p:sp>
        <p:nvSpPr>
          <p:cNvPr id="3" name="슬라이드 노트 개체 틀 2"/>
          <p:cNvSpPr txBox="1">
            <a:spLocks noGrp="1"/>
          </p:cNvSpPr>
          <p:nvPr>
            <p:ph type="body" idx="1"/>
          </p:nvPr>
        </p:nvSpPr>
        <p:spPr>
          <a:xfrm rot="0">
            <a:off x="685800" y="4400550"/>
            <a:ext cx="5487035" cy="3601085"/>
          </a:xfrm>
          <a:prstGeom prst="rect"/>
        </p:spPr>
        <p:txBody>
          <a:bodyPr wrap="square" lIns="91440" tIns="45720" rIns="91440" bIns="45720" numCol="1" vert="horz" anchor="t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4" name="슬라이드 번호 개체 틀 3"/>
          <p:cNvSpPr txBox="1">
            <a:spLocks noGrp="1"/>
          </p:cNvSpPr>
          <p:nvPr>
            <p:ph type="sldNum" idx="10"/>
          </p:nvPr>
        </p:nvSpPr>
        <p:spPr>
          <a:xfrm rot="0">
            <a:off x="3884930" y="8685530"/>
            <a:ext cx="2972435" cy="459105"/>
          </a:xfrm>
          <a:prstGeom prst="rect"/>
        </p:spPr>
        <p:txBody>
          <a:bodyPr wrap="square" lIns="91440" tIns="45720" rIns="91440" bIns="45720" numCol="1" vert="horz" anchor="b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 lang="ko-KR" altLang="en-US"/>
              <a:t>1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/>
    </mc:Choice>
    <mc:Fallback>
      <p:transition spd="slow"/>
    </mc:Fallback>
  </mc:AlternateContent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64712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26598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76575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74817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50797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49173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0467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34778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25984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05760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0114824"/>
      </p:ext>
    </p:extLst>
  </p:cSld>
  <p:clrMapOvr>
    <a:masterClrMapping/>
  </p:clrMapOvr>
</p:sldLayout>
</file>

<file path=ppt/slideMasters/_rels/slideMaster1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Relationship Id="rId2" Type="http://schemas.openxmlformats.org/officeDocument/2006/relationships/slideLayout" Target="../slideLayouts/slideLayout2.xml"></Relationship><Relationship Id="rId3" Type="http://schemas.openxmlformats.org/officeDocument/2006/relationships/slideLayout" Target="../slideLayouts/slideLayout3.xml"></Relationship><Relationship Id="rId4" Type="http://schemas.openxmlformats.org/officeDocument/2006/relationships/slideLayout" Target="../slideLayouts/slideLayout4.xml"></Relationship><Relationship Id="rId5" Type="http://schemas.openxmlformats.org/officeDocument/2006/relationships/slideLayout" Target="../slideLayouts/slideLayout5.xml"></Relationship><Relationship Id="rId6" Type="http://schemas.openxmlformats.org/officeDocument/2006/relationships/slideLayout" Target="../slideLayouts/slideLayout6.xml"></Relationship><Relationship Id="rId7" Type="http://schemas.openxmlformats.org/officeDocument/2006/relationships/slideLayout" Target="../slideLayouts/slideLayout7.xml"></Relationship><Relationship Id="rId8" Type="http://schemas.openxmlformats.org/officeDocument/2006/relationships/slideLayout" Target="../slideLayouts/slideLayout8.xml"></Relationship><Relationship Id="rId9" Type="http://schemas.openxmlformats.org/officeDocument/2006/relationships/slideLayout" Target="../slideLayouts/slideLayout9.xml"></Relationship><Relationship Id="rId10" Type="http://schemas.openxmlformats.org/officeDocument/2006/relationships/slideLayout" Target="../slideLayouts/slideLayout10.xml"></Relationship><Relationship Id="rId11" Type="http://schemas.openxmlformats.org/officeDocument/2006/relationships/slideLayout" Target="../slideLayouts/slideLayout11.xml"></Relationship><Relationship Id="rId12" Type="http://schemas.openxmlformats.org/officeDocument/2006/relationships/theme" Target="../theme/theme1.xml"></Relationship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8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6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04946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665" r:id="rId1"/>
    <p:sldLayoutId id="2147485666" r:id="rId2"/>
    <p:sldLayoutId id="2147485667" r:id="rId3"/>
    <p:sldLayoutId id="2147485668" r:id="rId4"/>
    <p:sldLayoutId id="2147485669" r:id="rId5"/>
    <p:sldLayoutId id="2147485670" r:id="rId6"/>
    <p:sldLayoutId id="2147485671" r:id="rId7"/>
    <p:sldLayoutId id="2147485672" r:id="rId8"/>
    <p:sldLayoutId id="2147485673" r:id="rId9"/>
    <p:sldLayoutId id="2147485674" r:id="rId10"/>
    <p:sldLayoutId id="2147485675" r:id="rId1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
<Relationships xmlns="http://schemas.openxmlformats.org/package/2006/relationships"><Relationship Id="rId2" Type="http://schemas.openxmlformats.org/officeDocument/2006/relationships/notesSlide" Target="../notesSlides/notesSlide1.xml"></Relationship><Relationship Id="rId3" Type="http://schemas.openxmlformats.org/officeDocument/2006/relationships/slideLayout" Target="../slideLayouts/slideLayout1.xml"></Relationship></Relationships>
</file>

<file path=ppt/slides/_rels/slide2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Relationship Id="rId2" Type="http://schemas.openxmlformats.org/officeDocument/2006/relationships/notesSlide" Target="../notesSlides/notesSlide2.xml"></Relationship></Relationships>
</file>

<file path=ppt/slides/_rels/slide3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Relationship Id="rId2" Type="http://schemas.openxmlformats.org/officeDocument/2006/relationships/notesSlide" Target="../notesSlides/notesSlide3.xml"></Relationship></Relationships>
</file>

<file path=ppt/slides/_rels/slide4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Relationship Id="rId2" Type="http://schemas.openxmlformats.org/officeDocument/2006/relationships/notesSlide" Target="../notesSlides/notesSlide4.xml"></Relationship></Relationships>
</file>

<file path=ppt/slides/_rels/slide5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Relationship Id="rId2" Type="http://schemas.openxmlformats.org/officeDocument/2006/relationships/notesSlide" Target="../notesSlides/notesSlide5.xml"></Relationship></Relationships>
</file>

<file path=ppt/slides/_rels/slide6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Relationship Id="rId2" Type="http://schemas.openxmlformats.org/officeDocument/2006/relationships/notesSlide" Target="../notesSlides/notesSlide6.xml"></Relationship></Relationships>
</file>

<file path=ppt/slides/_rels/slide7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Relationship Id="rId2" Type="http://schemas.openxmlformats.org/officeDocument/2006/relationships/notesSlide" Target="../notesSlides/notesSlide7.xml"></Relationship></Relationships>
</file>

<file path=ppt/slides/_rels/slide8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Relationship Id="rId2" Type="http://schemas.openxmlformats.org/officeDocument/2006/relationships/notesSlide" Target="../notesSlides/notesSlide8.xml"></Relationship></Relationships>
</file>

<file path=ppt/slides/_rels/slide9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Relationship Id="rId2" Type="http://schemas.openxmlformats.org/officeDocument/2006/relationships/notesSlide" Target="../notesSlides/notesSlide9.xml"></Relationship></Relationships>
</file>

<file path=ppt/slides/_rels/slide10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Relationship Id="rId2" Type="http://schemas.openxmlformats.org/officeDocument/2006/relationships/notesSlide" Target="../notesSlides/notesSlide10.xml"></Relationship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bg>
      <p:bgPr>
        <a:solidFill>
          <a:srgbClr val="83A99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상자 5"/>
          <p:cNvSpPr txBox="1">
            <a:spLocks/>
          </p:cNvSpPr>
          <p:nvPr/>
        </p:nvSpPr>
        <p:spPr>
          <a:xfrm rot="0">
            <a:off x="1625600" y="2301875"/>
            <a:ext cx="7593965" cy="693420"/>
          </a:xfrm>
          <a:prstGeom prst="rect"/>
          <a:noFill/>
          <a:ln>
            <a:noFill/>
            <a:prstDash/>
          </a:ln>
        </p:spPr>
        <p:txBody>
          <a:bodyPr wrap="square" lIns="89535" tIns="46355" rIns="89535" bIns="46355" vert="horz" anchor="t">
            <a:spAutoFit/>
          </a:bodyPr>
          <a:lstStyle/>
          <a:p>
            <a:pPr marL="0" indent="0" algn="l" hangingPunct="1"/>
            <a:r>
              <a:rPr lang="ko-KR" sz="3900" b="1">
                <a:solidFill>
                  <a:schemeClr val="bg1"/>
                </a:solidFill>
                <a:latin typeface="맑은 고딕" charset="0"/>
                <a:ea typeface="맑은 고딕" charset="0"/>
              </a:rPr>
              <a:t>Gr</a:t>
            </a:r>
            <a:r>
              <a:rPr lang="ko-KR" sz="3900" b="1">
                <a:solidFill>
                  <a:schemeClr val="bg1"/>
                </a:solidFill>
                <a:latin typeface="맑은 고딕" charset="0"/>
                <a:ea typeface="맑은 고딕" charset="0"/>
              </a:rPr>
              <a:t>oo</a:t>
            </a:r>
            <a:r>
              <a:rPr lang="ko-KR" sz="3900" b="1">
                <a:solidFill>
                  <a:schemeClr val="bg1"/>
                </a:solidFill>
                <a:latin typeface="맑은 고딕" charset="0"/>
                <a:ea typeface="맑은 고딕" charset="0"/>
              </a:rPr>
              <a:t> </a:t>
            </a:r>
            <a:r>
              <a:rPr lang="ko-KR" sz="3900" b="1">
                <a:solidFill>
                  <a:schemeClr val="bg1"/>
                </a:solidFill>
                <a:latin typeface="맑은 고딕" charset="0"/>
                <a:ea typeface="맑은 고딕" charset="0"/>
              </a:rPr>
              <a:t>프로세</a:t>
            </a:r>
            <a:r>
              <a:rPr lang="ko-KR" sz="3900" b="1">
                <a:solidFill>
                  <a:schemeClr val="bg1"/>
                </a:solidFill>
                <a:latin typeface="맑은 고딕" charset="0"/>
                <a:ea typeface="맑은 고딕" charset="0"/>
              </a:rPr>
              <a:t>스 </a:t>
            </a:r>
            <a:r>
              <a:rPr lang="ko-KR" sz="3900" b="1">
                <a:solidFill>
                  <a:schemeClr val="bg1"/>
                </a:solidFill>
                <a:latin typeface="맑은 고딕" charset="0"/>
                <a:ea typeface="맑은 고딕" charset="0"/>
              </a:rPr>
              <a:t>흐름</a:t>
            </a:r>
            <a:r>
              <a:rPr lang="ko-KR" sz="3900" b="1">
                <a:solidFill>
                  <a:schemeClr val="bg1"/>
                </a:solidFill>
                <a:latin typeface="맑은 고딕" charset="0"/>
                <a:ea typeface="맑은 고딕" charset="0"/>
              </a:rPr>
              <a:t>도</a:t>
            </a:r>
            <a:endParaRPr lang="ko-KR" altLang="en-US" sz="3900" b="1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graphicFrame>
        <p:nvGraphicFramePr>
          <p:cNvPr id="3" name="표 19"/>
          <p:cNvGraphicFramePr>
            <a:graphicFrameLocks noGrp="1"/>
          </p:cNvGraphicFramePr>
          <p:nvPr/>
        </p:nvGraphicFramePr>
        <p:xfrm>
          <a:off x="7428865" y="6290945"/>
          <a:ext cx="467106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5530"/>
                <a:gridCol w="2335530"/>
              </a:tblGrid>
              <a:tr h="370840">
                <a:tc>
                  <a:txBody>
                    <a:bodyPr/>
                    <a:lstStyle/>
                    <a:p>
                      <a:pPr marL="0" indent="0" hangingPunct="1"/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작성일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2252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hangingPunct="1"/>
                      <a:r>
                        <a:rPr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2</a:t>
                      </a:r>
                      <a:r>
                        <a:rPr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025.1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1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.04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22523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220316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3"/>
          <p:cNvGraphicFramePr>
            <a:graphicFrameLocks noGrp="1"/>
          </p:cNvGraphicFramePr>
          <p:nvPr/>
        </p:nvGraphicFramePr>
        <p:xfrm>
          <a:off x="-635" y="1905"/>
          <a:ext cx="12198351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9175"/>
                <a:gridCol w="6099175"/>
              </a:tblGrid>
              <a:tr h="370840">
                <a:tc>
                  <a:txBody>
                    <a:bodyPr/>
                    <a:lstStyle/>
                    <a:p>
                      <a:pPr marL="0" indent="0" hangingPunct="1"/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PR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OC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ES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S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2252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hangingPunct="1"/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22523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표 20"/>
          <p:cNvGraphicFramePr>
            <a:graphicFrameLocks noGrp="1"/>
          </p:cNvGraphicFramePr>
          <p:nvPr/>
        </p:nvGraphicFramePr>
        <p:xfrm>
          <a:off x="1681480" y="473710"/>
          <a:ext cx="8417560" cy="753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4390"/>
                <a:gridCol w="2104390"/>
                <a:gridCol w="2104390"/>
                <a:gridCol w="2104390"/>
              </a:tblGrid>
              <a:tr h="372745">
                <a:tc>
                  <a:txBody>
                    <a:bodyPr/>
                    <a:lstStyle/>
                    <a:p>
                      <a:pPr marL="0" indent="0" hangingPunct="1"/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단위 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프로세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스 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ID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2252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hangingPunct="1"/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G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R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O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O-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U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SER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2252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hangingPunct="1"/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프로세스명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2252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hangingPunct="1"/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로그인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22523B"/>
                    </a:solidFill>
                  </a:tcPr>
                </a:tc>
              </a:tr>
              <a:tr h="380365">
                <a:tc>
                  <a:txBody>
                    <a:bodyPr/>
                    <a:lstStyle/>
                    <a:p>
                      <a:pPr marL="0" indent="0" hangingPunct="1"/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작성일자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2252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hangingPunct="1"/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20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25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.1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1.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0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8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2252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hangingPunct="1"/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작성자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2252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hangingPunct="1"/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정선회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22523B"/>
                    </a:solidFill>
                  </a:tcPr>
                </a:tc>
              </a:tr>
            </a:tbl>
          </a:graphicData>
        </a:graphic>
      </p:graphicFrame>
      <p:sp>
        <p:nvSpPr>
          <p:cNvPr id="8" name="도형 74"/>
          <p:cNvSpPr>
            <a:spLocks/>
          </p:cNvSpPr>
          <p:nvPr/>
        </p:nvSpPr>
        <p:spPr>
          <a:xfrm rot="0">
            <a:off x="3465195" y="2183130"/>
            <a:ext cx="1960245" cy="670560"/>
          </a:xfrm>
          <a:prstGeom prst="flowChartProcess"/>
          <a:solidFill>
            <a:srgbClr val="83A99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sz="1800" b="1">
                <a:latin typeface="맑은 고딕" charset="0"/>
                <a:ea typeface="맑은 고딕" charset="0"/>
              </a:rPr>
              <a:t>2</a:t>
            </a:r>
            <a:r>
              <a:rPr sz="1800" b="1">
                <a:latin typeface="맑은 고딕" charset="0"/>
                <a:ea typeface="맑은 고딕" charset="0"/>
              </a:rPr>
              <a:t>. </a:t>
            </a:r>
            <a:r>
              <a:rPr lang="ko-KR" sz="1800" b="1">
                <a:latin typeface="맑은 고딕" charset="0"/>
                <a:ea typeface="맑은 고딕" charset="0"/>
              </a:rPr>
              <a:t>아이디 </a:t>
            </a:r>
            <a:r>
              <a:rPr lang="ko-KR" sz="1800" b="1">
                <a:latin typeface="맑은 고딕" charset="0"/>
                <a:ea typeface="맑은 고딕" charset="0"/>
              </a:rPr>
              <a:t>/ </a:t>
            </a:r>
            <a:endParaRPr lang="ko-KR" altLang="en-US" sz="1800" b="1">
              <a:latin typeface="맑은 고딕" charset="0"/>
              <a:ea typeface="맑은 고딕" charset="0"/>
            </a:endParaRPr>
          </a:p>
          <a:p>
            <a:pPr marL="0" indent="0" algn="ctr" hangingPunct="1"/>
            <a:r>
              <a:rPr lang="ko-KR" sz="1800" b="1">
                <a:latin typeface="맑은 고딕" charset="0"/>
                <a:ea typeface="맑은 고딕" charset="0"/>
              </a:rPr>
              <a:t>비밀번</a:t>
            </a:r>
            <a:r>
              <a:rPr lang="ko-KR" sz="1800" b="1">
                <a:latin typeface="맑은 고딕" charset="0"/>
                <a:ea typeface="맑은 고딕" charset="0"/>
              </a:rPr>
              <a:t>호 </a:t>
            </a:r>
            <a:r>
              <a:rPr lang="ko-KR" sz="1800" b="1">
                <a:latin typeface="맑은 고딕" charset="0"/>
                <a:ea typeface="맑은 고딕" charset="0"/>
              </a:rPr>
              <a:t>입</a:t>
            </a:r>
            <a:r>
              <a:rPr lang="ko-KR" sz="1800" b="1">
                <a:latin typeface="맑은 고딕" charset="0"/>
                <a:ea typeface="맑은 고딕" charset="0"/>
              </a:rPr>
              <a:t>력</a:t>
            </a:r>
            <a:endParaRPr lang="ko-KR" altLang="en-US" sz="1800" b="1">
              <a:latin typeface="맑은 고딕" charset="0"/>
              <a:ea typeface="맑은 고딕" charset="0"/>
            </a:endParaRPr>
          </a:p>
        </p:txBody>
      </p:sp>
      <p:sp>
        <p:nvSpPr>
          <p:cNvPr id="12" name="도형 78"/>
          <p:cNvSpPr>
            <a:spLocks/>
          </p:cNvSpPr>
          <p:nvPr/>
        </p:nvSpPr>
        <p:spPr>
          <a:xfrm rot="0">
            <a:off x="659765" y="2171065"/>
            <a:ext cx="1852295" cy="670560"/>
          </a:xfrm>
          <a:prstGeom prst="flowChartProcess"/>
          <a:solidFill>
            <a:srgbClr val="83A99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lang="ko-KR" sz="1800" b="1">
                <a:latin typeface="맑은 고딕" charset="0"/>
                <a:ea typeface="맑은 고딕" charset="0"/>
              </a:rPr>
              <a:t>1</a:t>
            </a:r>
            <a:r>
              <a:rPr lang="ko-KR" sz="1800" b="1">
                <a:latin typeface="맑은 고딕" charset="0"/>
                <a:ea typeface="맑은 고딕" charset="0"/>
              </a:rPr>
              <a:t>. 로그</a:t>
            </a:r>
            <a:r>
              <a:rPr lang="ko-KR" sz="1800" b="1">
                <a:latin typeface="맑은 고딕" charset="0"/>
                <a:ea typeface="맑은 고딕" charset="0"/>
              </a:rPr>
              <a:t>인 </a:t>
            </a:r>
            <a:r>
              <a:rPr lang="ko-KR" sz="1800" b="1">
                <a:latin typeface="맑은 고딕" charset="0"/>
                <a:ea typeface="맑은 고딕" charset="0"/>
              </a:rPr>
              <a:t>화</a:t>
            </a:r>
            <a:r>
              <a:rPr lang="ko-KR" sz="1800" b="1">
                <a:latin typeface="맑은 고딕" charset="0"/>
                <a:ea typeface="맑은 고딕" charset="0"/>
              </a:rPr>
              <a:t>면</a:t>
            </a:r>
            <a:endParaRPr lang="ko-KR" altLang="en-US" sz="1800" b="1">
              <a:latin typeface="맑은 고딕" charset="0"/>
              <a:ea typeface="맑은 고딕" charset="0"/>
            </a:endParaRPr>
          </a:p>
        </p:txBody>
      </p:sp>
      <p:cxnSp>
        <p:nvCxnSpPr>
          <p:cNvPr id="13" name="도형 83"/>
          <p:cNvCxnSpPr/>
          <p:nvPr/>
        </p:nvCxnSpPr>
        <p:spPr>
          <a:xfrm rot="0" flipV="1">
            <a:off x="2589530" y="2508885"/>
            <a:ext cx="790575" cy="10795"/>
          </a:xfrm>
          <a:prstGeom prst="straightConnector1"/>
          <a:ln w="6350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도형 84"/>
          <p:cNvSpPr>
            <a:spLocks/>
          </p:cNvSpPr>
          <p:nvPr/>
        </p:nvSpPr>
        <p:spPr>
          <a:xfrm rot="0">
            <a:off x="6426835" y="2174875"/>
            <a:ext cx="1960245" cy="670560"/>
          </a:xfrm>
          <a:prstGeom prst="flowChartProcess"/>
          <a:solidFill>
            <a:srgbClr val="83A99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lang="ko-KR" sz="1800" b="1">
                <a:latin typeface="맑은 고딕" charset="0"/>
                <a:ea typeface="맑은 고딕" charset="0"/>
              </a:rPr>
              <a:t>3</a:t>
            </a:r>
            <a:r>
              <a:rPr lang="ko-KR" sz="1800" b="1">
                <a:latin typeface="맑은 고딕" charset="0"/>
                <a:ea typeface="맑은 고딕" charset="0"/>
              </a:rPr>
              <a:t>.</a:t>
            </a:r>
            <a:r>
              <a:rPr lang="ko-KR" sz="1800" b="1">
                <a:latin typeface="맑은 고딕" charset="0"/>
                <a:ea typeface="맑은 고딕" charset="0"/>
              </a:rPr>
              <a:t> 로그인</a:t>
            </a:r>
            <a:endParaRPr lang="ko-KR" altLang="en-US" sz="1800" b="1">
              <a:latin typeface="맑은 고딕" charset="0"/>
              <a:ea typeface="맑은 고딕" charset="0"/>
            </a:endParaRPr>
          </a:p>
        </p:txBody>
      </p:sp>
      <p:cxnSp>
        <p:nvCxnSpPr>
          <p:cNvPr id="15" name="도형 85"/>
          <p:cNvCxnSpPr/>
          <p:nvPr/>
        </p:nvCxnSpPr>
        <p:spPr>
          <a:xfrm rot="0" flipV="1">
            <a:off x="5521325" y="2501265"/>
            <a:ext cx="790575" cy="10795"/>
          </a:xfrm>
          <a:prstGeom prst="straightConnector1"/>
          <a:ln w="6350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도형 86"/>
          <p:cNvSpPr>
            <a:spLocks/>
          </p:cNvSpPr>
          <p:nvPr/>
        </p:nvSpPr>
        <p:spPr>
          <a:xfrm rot="0">
            <a:off x="9438640" y="2166620"/>
            <a:ext cx="1960245" cy="670560"/>
          </a:xfrm>
          <a:prstGeom prst="flowChartProcess"/>
          <a:solidFill>
            <a:srgbClr val="83A99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lang="ko-KR" sz="1800" b="1">
                <a:latin typeface="맑은 고딕" charset="0"/>
                <a:ea typeface="맑은 고딕" charset="0"/>
              </a:rPr>
              <a:t>4</a:t>
            </a:r>
            <a:r>
              <a:rPr lang="ko-KR" sz="1800" b="1">
                <a:latin typeface="맑은 고딕" charset="0"/>
                <a:ea typeface="맑은 고딕" charset="0"/>
              </a:rPr>
              <a:t>. 메인화</a:t>
            </a:r>
            <a:r>
              <a:rPr lang="ko-KR" sz="1800" b="1">
                <a:latin typeface="맑은 고딕" charset="0"/>
                <a:ea typeface="맑은 고딕" charset="0"/>
              </a:rPr>
              <a:t>면 </a:t>
            </a:r>
            <a:r>
              <a:rPr lang="ko-KR" sz="1800" b="1">
                <a:latin typeface="맑은 고딕" charset="0"/>
                <a:ea typeface="맑은 고딕" charset="0"/>
              </a:rPr>
              <a:t>출</a:t>
            </a:r>
            <a:r>
              <a:rPr lang="ko-KR" sz="1800" b="1">
                <a:latin typeface="맑은 고딕" charset="0"/>
                <a:ea typeface="맑은 고딕" charset="0"/>
              </a:rPr>
              <a:t>력</a:t>
            </a:r>
            <a:endParaRPr lang="ko-KR" altLang="en-US" sz="1800" b="1">
              <a:latin typeface="맑은 고딕" charset="0"/>
              <a:ea typeface="맑은 고딕" charset="0"/>
            </a:endParaRPr>
          </a:p>
        </p:txBody>
      </p:sp>
      <p:cxnSp>
        <p:nvCxnSpPr>
          <p:cNvPr id="17" name="도형 87"/>
          <p:cNvCxnSpPr/>
          <p:nvPr/>
        </p:nvCxnSpPr>
        <p:spPr>
          <a:xfrm rot="0" flipV="1">
            <a:off x="8552815" y="2522855"/>
            <a:ext cx="790575" cy="10795"/>
          </a:xfrm>
          <a:prstGeom prst="straightConnector1"/>
          <a:ln w="6350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텍스트 상자 88"/>
          <p:cNvSpPr txBox="1">
            <a:spLocks/>
          </p:cNvSpPr>
          <p:nvPr/>
        </p:nvSpPr>
        <p:spPr>
          <a:xfrm rot="0">
            <a:off x="5549900" y="1518920"/>
            <a:ext cx="2550160" cy="370205"/>
          </a:xfrm>
          <a:prstGeom prst="rect"/>
          <a:noFill/>
          <a:ln>
            <a:noFill/>
            <a:prstDash/>
          </a:ln>
        </p:spPr>
        <p:txBody>
          <a:bodyPr wrap="square" lIns="89535" tIns="46355" rIns="89535" bIns="46355" vert="horz" anchor="t">
            <a:spAutoFit/>
          </a:bodyPr>
          <a:lstStyle/>
          <a:p>
            <a:pPr marL="0" indent="0" algn="l" hangingPunct="1"/>
            <a:r>
              <a:rPr lang="ko-KR" sz="1800" b="1">
                <a:latin typeface="맑은 고딕" charset="0"/>
                <a:ea typeface="맑은 고딕" charset="0"/>
              </a:rPr>
              <a:t>비</a:t>
            </a:r>
            <a:r>
              <a:rPr lang="ko-KR" sz="1800" b="1">
                <a:latin typeface="맑은 고딕" charset="0"/>
                <a:ea typeface="맑은 고딕" charset="0"/>
              </a:rPr>
              <a:t>회원</a:t>
            </a:r>
            <a:endParaRPr lang="ko-KR" altLang="en-US" sz="1800" b="1">
              <a:latin typeface="맑은 고딕" charset="0"/>
              <a:ea typeface="맑은 고딕" charset="0"/>
            </a:endParaRPr>
          </a:p>
        </p:txBody>
      </p:sp>
      <p:sp>
        <p:nvSpPr>
          <p:cNvPr id="19" name="도형 89"/>
          <p:cNvSpPr>
            <a:spLocks/>
          </p:cNvSpPr>
          <p:nvPr/>
        </p:nvSpPr>
        <p:spPr>
          <a:xfrm rot="0">
            <a:off x="730885" y="4977765"/>
            <a:ext cx="1960245" cy="670560"/>
          </a:xfrm>
          <a:prstGeom prst="flowChartProcess"/>
          <a:solidFill>
            <a:srgbClr val="83A99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lang="ko-KR" sz="1800" b="1">
                <a:latin typeface="맑은 고딕" charset="0"/>
                <a:ea typeface="맑은 고딕" charset="0"/>
              </a:rPr>
              <a:t>2</a:t>
            </a:r>
            <a:r>
              <a:rPr lang="ko-KR" sz="1800" b="1">
                <a:latin typeface="맑은 고딕" charset="0"/>
                <a:ea typeface="맑은 고딕" charset="0"/>
              </a:rPr>
              <a:t>. </a:t>
            </a:r>
            <a:r>
              <a:rPr lang="ko-KR" sz="1800" b="1">
                <a:latin typeface="맑은 고딕" charset="0"/>
                <a:ea typeface="맑은 고딕" charset="0"/>
              </a:rPr>
              <a:t>아이디 </a:t>
            </a:r>
            <a:r>
              <a:rPr lang="ko-KR" sz="1800" b="1">
                <a:latin typeface="맑은 고딕" charset="0"/>
                <a:ea typeface="맑은 고딕" charset="0"/>
              </a:rPr>
              <a:t>찾</a:t>
            </a:r>
            <a:r>
              <a:rPr lang="ko-KR" sz="1800" b="1">
                <a:latin typeface="맑은 고딕" charset="0"/>
                <a:ea typeface="맑은 고딕" charset="0"/>
              </a:rPr>
              <a:t>기</a:t>
            </a:r>
            <a:endParaRPr lang="ko-KR" altLang="en-US" sz="1800" b="1">
              <a:latin typeface="맑은 고딕" charset="0"/>
              <a:ea typeface="맑은 고딕" charset="0"/>
            </a:endParaRPr>
          </a:p>
        </p:txBody>
      </p:sp>
      <p:cxnSp>
        <p:nvCxnSpPr>
          <p:cNvPr id="21" name="도형 96"/>
          <p:cNvCxnSpPr/>
          <p:nvPr/>
        </p:nvCxnSpPr>
        <p:spPr>
          <a:xfrm rot="0">
            <a:off x="160020" y="1539875"/>
            <a:ext cx="10795" cy="4909820"/>
          </a:xfrm>
          <a:prstGeom prst="line"/>
          <a:ln w="6350" cap="flat" cmpd="sng">
            <a:prstDash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도형 97"/>
          <p:cNvCxnSpPr/>
          <p:nvPr/>
        </p:nvCxnSpPr>
        <p:spPr>
          <a:xfrm rot="0" flipV="1">
            <a:off x="169545" y="5339080"/>
            <a:ext cx="510540" cy="10795"/>
          </a:xfrm>
          <a:prstGeom prst="straightConnector1"/>
          <a:ln w="6350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도형 98"/>
          <p:cNvCxnSpPr/>
          <p:nvPr/>
        </p:nvCxnSpPr>
        <p:spPr>
          <a:xfrm rot="0" flipV="1">
            <a:off x="151765" y="6438900"/>
            <a:ext cx="488315" cy="2540"/>
          </a:xfrm>
          <a:prstGeom prst="straightConnector1"/>
          <a:ln w="6350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도형 99"/>
          <p:cNvSpPr>
            <a:spLocks/>
          </p:cNvSpPr>
          <p:nvPr/>
        </p:nvSpPr>
        <p:spPr>
          <a:xfrm rot="0">
            <a:off x="3731895" y="4979670"/>
            <a:ext cx="1960245" cy="670560"/>
          </a:xfrm>
          <a:prstGeom prst="flowChartProcess"/>
          <a:solidFill>
            <a:srgbClr val="83A99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lang="ko-KR" sz="1800" b="1">
                <a:latin typeface="맑은 고딕" charset="0"/>
                <a:ea typeface="맑은 고딕" charset="0"/>
              </a:rPr>
              <a:t>3</a:t>
            </a:r>
            <a:r>
              <a:rPr lang="ko-KR" sz="1800" b="1">
                <a:latin typeface="맑은 고딕" charset="0"/>
                <a:ea typeface="맑은 고딕" charset="0"/>
              </a:rPr>
              <a:t>. </a:t>
            </a:r>
            <a:r>
              <a:rPr lang="ko-KR" sz="1800" b="1">
                <a:latin typeface="맑은 고딕" charset="0"/>
                <a:ea typeface="맑은 고딕" charset="0"/>
              </a:rPr>
              <a:t>아이디 </a:t>
            </a:r>
            <a:r>
              <a:rPr lang="ko-KR" sz="1800" b="1">
                <a:latin typeface="맑은 고딕" charset="0"/>
                <a:ea typeface="맑은 고딕" charset="0"/>
              </a:rPr>
              <a:t>찾</a:t>
            </a:r>
            <a:r>
              <a:rPr lang="ko-KR" sz="1800" b="1">
                <a:latin typeface="맑은 고딕" charset="0"/>
                <a:ea typeface="맑은 고딕" charset="0"/>
              </a:rPr>
              <a:t>기</a:t>
            </a:r>
            <a:endParaRPr lang="ko-KR" altLang="en-US" sz="1800" b="1">
              <a:latin typeface="맑은 고딕" charset="0"/>
              <a:ea typeface="맑은 고딕" charset="0"/>
            </a:endParaRPr>
          </a:p>
          <a:p>
            <a:pPr marL="0" indent="0" algn="ctr" hangingPunct="1"/>
            <a:r>
              <a:rPr lang="ko-KR" sz="1800" b="1">
                <a:latin typeface="맑은 고딕" charset="0"/>
                <a:ea typeface="맑은 고딕" charset="0"/>
              </a:rPr>
              <a:t>화</a:t>
            </a:r>
            <a:r>
              <a:rPr lang="ko-KR" sz="1800" b="1">
                <a:latin typeface="맑은 고딕" charset="0"/>
                <a:ea typeface="맑은 고딕" charset="0"/>
              </a:rPr>
              <a:t>면 </a:t>
            </a:r>
            <a:r>
              <a:rPr lang="ko-KR" sz="1800" b="1">
                <a:latin typeface="맑은 고딕" charset="0"/>
                <a:ea typeface="맑은 고딕" charset="0"/>
              </a:rPr>
              <a:t>출</a:t>
            </a:r>
            <a:r>
              <a:rPr lang="ko-KR" sz="1800" b="1">
                <a:latin typeface="맑은 고딕" charset="0"/>
                <a:ea typeface="맑은 고딕" charset="0"/>
              </a:rPr>
              <a:t>력</a:t>
            </a:r>
            <a:endParaRPr lang="ko-KR" altLang="en-US" sz="1800" b="1">
              <a:latin typeface="맑은 고딕" charset="0"/>
              <a:ea typeface="맑은 고딕" charset="0"/>
            </a:endParaRPr>
          </a:p>
        </p:txBody>
      </p:sp>
      <p:cxnSp>
        <p:nvCxnSpPr>
          <p:cNvPr id="25" name="도형 100"/>
          <p:cNvCxnSpPr/>
          <p:nvPr/>
        </p:nvCxnSpPr>
        <p:spPr>
          <a:xfrm rot="0" flipV="1">
            <a:off x="2781300" y="5309870"/>
            <a:ext cx="790575" cy="10795"/>
          </a:xfrm>
          <a:prstGeom prst="straightConnector1"/>
          <a:ln w="6350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도형 101"/>
          <p:cNvCxnSpPr/>
          <p:nvPr/>
        </p:nvCxnSpPr>
        <p:spPr>
          <a:xfrm rot="0" flipV="1">
            <a:off x="5842000" y="4769485"/>
            <a:ext cx="788035" cy="551180"/>
          </a:xfrm>
          <a:prstGeom prst="straightConnector1"/>
          <a:ln w="6350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도형 104"/>
          <p:cNvSpPr>
            <a:spLocks/>
          </p:cNvSpPr>
          <p:nvPr/>
        </p:nvSpPr>
        <p:spPr>
          <a:xfrm rot="0">
            <a:off x="6823710" y="4321175"/>
            <a:ext cx="1960245" cy="670560"/>
          </a:xfrm>
          <a:prstGeom prst="flowChartProcess"/>
          <a:solidFill>
            <a:srgbClr val="83A99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lang="ko-KR" sz="1800" b="1">
                <a:latin typeface="맑은 고딕" charset="0"/>
                <a:ea typeface="맑은 고딕" charset="0"/>
              </a:rPr>
              <a:t>4</a:t>
            </a:r>
            <a:r>
              <a:rPr lang="ko-KR" sz="1800" b="1">
                <a:latin typeface="맑은 고딕" charset="0"/>
                <a:ea typeface="맑은 고딕" charset="0"/>
              </a:rPr>
              <a:t>. </a:t>
            </a:r>
            <a:r>
              <a:rPr lang="ko-KR" sz="1800" b="1">
                <a:latin typeface="맑은 고딕" charset="0"/>
                <a:ea typeface="맑은 고딕" charset="0"/>
              </a:rPr>
              <a:t>이름,</a:t>
            </a:r>
            <a:r>
              <a:rPr lang="ko-KR" sz="1800" b="1">
                <a:latin typeface="맑은 고딕" charset="0"/>
                <a:ea typeface="맑은 고딕" charset="0"/>
              </a:rPr>
              <a:t> </a:t>
            </a:r>
            <a:r>
              <a:rPr lang="ko-KR" sz="1800" b="1">
                <a:latin typeface="맑은 고딕" charset="0"/>
                <a:ea typeface="맑은 고딕" charset="0"/>
              </a:rPr>
              <a:t>이메일 </a:t>
            </a:r>
            <a:endParaRPr lang="ko-KR" altLang="en-US" sz="1800" b="1">
              <a:latin typeface="맑은 고딕" charset="0"/>
              <a:ea typeface="맑은 고딕" charset="0"/>
            </a:endParaRPr>
          </a:p>
          <a:p>
            <a:pPr marL="0" indent="0" algn="ctr" hangingPunct="1"/>
            <a:r>
              <a:rPr lang="ko-KR" sz="1800" b="1">
                <a:latin typeface="맑은 고딕" charset="0"/>
                <a:ea typeface="맑은 고딕" charset="0"/>
              </a:rPr>
              <a:t>입</a:t>
            </a:r>
            <a:r>
              <a:rPr lang="ko-KR" sz="1800" b="1">
                <a:latin typeface="맑은 고딕" charset="0"/>
                <a:ea typeface="맑은 고딕" charset="0"/>
              </a:rPr>
              <a:t>력</a:t>
            </a:r>
            <a:endParaRPr lang="ko-KR" altLang="en-US" sz="1800" b="1">
              <a:latin typeface="맑은 고딕" charset="0"/>
              <a:ea typeface="맑은 고딕" charset="0"/>
            </a:endParaRPr>
          </a:p>
        </p:txBody>
      </p:sp>
      <p:sp>
        <p:nvSpPr>
          <p:cNvPr id="29" name="도형 107"/>
          <p:cNvSpPr>
            <a:spLocks/>
          </p:cNvSpPr>
          <p:nvPr/>
        </p:nvSpPr>
        <p:spPr>
          <a:xfrm rot="0">
            <a:off x="702310" y="6119495"/>
            <a:ext cx="1960245" cy="670560"/>
          </a:xfrm>
          <a:prstGeom prst="flowChartProcess"/>
          <a:solidFill>
            <a:srgbClr val="83A99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lang="ko-KR" sz="1800" b="1">
                <a:latin typeface="맑은 고딕" charset="0"/>
                <a:ea typeface="맑은 고딕" charset="0"/>
              </a:rPr>
              <a:t>2</a:t>
            </a:r>
            <a:r>
              <a:rPr lang="ko-KR" sz="1800" b="1">
                <a:latin typeface="맑은 고딕" charset="0"/>
                <a:ea typeface="맑은 고딕" charset="0"/>
              </a:rPr>
              <a:t>. </a:t>
            </a:r>
            <a:r>
              <a:rPr lang="ko-KR" sz="1800" b="1">
                <a:latin typeface="맑은 고딕" charset="0"/>
                <a:ea typeface="맑은 고딕" charset="0"/>
              </a:rPr>
              <a:t>비밀번호 </a:t>
            </a:r>
            <a:r>
              <a:rPr lang="ko-KR" sz="1800" b="1">
                <a:latin typeface="맑은 고딕" charset="0"/>
                <a:ea typeface="맑은 고딕" charset="0"/>
              </a:rPr>
              <a:t>찾</a:t>
            </a:r>
            <a:r>
              <a:rPr lang="ko-KR" sz="1800" b="1">
                <a:latin typeface="맑은 고딕" charset="0"/>
                <a:ea typeface="맑은 고딕" charset="0"/>
              </a:rPr>
              <a:t>기</a:t>
            </a:r>
            <a:endParaRPr lang="ko-KR" altLang="en-US" sz="1800" b="1">
              <a:latin typeface="맑은 고딕" charset="0"/>
              <a:ea typeface="맑은 고딕" charset="0"/>
            </a:endParaRPr>
          </a:p>
        </p:txBody>
      </p:sp>
      <p:cxnSp>
        <p:nvCxnSpPr>
          <p:cNvPr id="30" name="도형 108"/>
          <p:cNvCxnSpPr/>
          <p:nvPr/>
        </p:nvCxnSpPr>
        <p:spPr>
          <a:xfrm rot="0" flipV="1">
            <a:off x="172085" y="3879215"/>
            <a:ext cx="458470" cy="2540"/>
          </a:xfrm>
          <a:prstGeom prst="straightConnector1"/>
          <a:ln w="6350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도형 109"/>
          <p:cNvSpPr>
            <a:spLocks/>
          </p:cNvSpPr>
          <p:nvPr/>
        </p:nvSpPr>
        <p:spPr>
          <a:xfrm rot="0">
            <a:off x="729615" y="3260090"/>
            <a:ext cx="2740660" cy="1380490"/>
          </a:xfrm>
          <a:prstGeom prst="flowChartProcess"/>
          <a:solidFill>
            <a:srgbClr val="83A99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lang="ko-KR" sz="1800" b="1">
                <a:latin typeface="맑은 고딕" charset="0"/>
                <a:ea typeface="맑은 고딕" charset="0"/>
              </a:rPr>
              <a:t>1-1</a:t>
            </a:r>
            <a:r>
              <a:rPr lang="ko-KR" sz="1800" b="1">
                <a:latin typeface="맑은 고딕" charset="0"/>
                <a:ea typeface="맑은 고딕" charset="0"/>
              </a:rPr>
              <a:t>. </a:t>
            </a:r>
            <a:r>
              <a:rPr lang="ko-KR" sz="1800" b="1">
                <a:latin typeface="맑은 고딕" charset="0"/>
                <a:ea typeface="맑은 고딕" charset="0"/>
              </a:rPr>
              <a:t>네이버로 </a:t>
            </a:r>
            <a:r>
              <a:rPr lang="ko-KR" sz="1800" b="1">
                <a:latin typeface="맑은 고딕" charset="0"/>
                <a:ea typeface="맑은 고딕" charset="0"/>
              </a:rPr>
              <a:t>시작하</a:t>
            </a:r>
            <a:r>
              <a:rPr lang="ko-KR" sz="1800" b="1">
                <a:latin typeface="맑은 고딕" charset="0"/>
                <a:ea typeface="맑은 고딕" charset="0"/>
              </a:rPr>
              <a:t>기</a:t>
            </a:r>
            <a:endParaRPr lang="ko-KR" altLang="en-US" sz="1800" b="1">
              <a:latin typeface="맑은 고딕" charset="0"/>
              <a:ea typeface="맑은 고딕" charset="0"/>
            </a:endParaRPr>
          </a:p>
          <a:p>
            <a:pPr marL="0" indent="0" algn="ctr" hangingPunct="1"/>
            <a:r>
              <a:rPr lang="ko-KR" sz="1800" b="1">
                <a:latin typeface="맑은 고딕" charset="0"/>
                <a:ea typeface="맑은 고딕" charset="0"/>
              </a:rPr>
              <a:t>1-</a:t>
            </a:r>
            <a:r>
              <a:rPr lang="ko-KR" sz="1800" b="1">
                <a:latin typeface="맑은 고딕" charset="0"/>
                <a:ea typeface="맑은 고딕" charset="0"/>
              </a:rPr>
              <a:t>2</a:t>
            </a:r>
            <a:r>
              <a:rPr lang="ko-KR" sz="1800" b="1">
                <a:latin typeface="맑은 고딕" charset="0"/>
                <a:ea typeface="맑은 고딕" charset="0"/>
              </a:rPr>
              <a:t>.</a:t>
            </a:r>
            <a:r>
              <a:rPr lang="ko-KR" sz="1800" b="1">
                <a:latin typeface="맑은 고딕" charset="0"/>
                <a:ea typeface="맑은 고딕" charset="0"/>
              </a:rPr>
              <a:t> </a:t>
            </a:r>
            <a:r>
              <a:rPr lang="ko-KR" sz="1800" b="1">
                <a:latin typeface="맑은 고딕" charset="0"/>
                <a:ea typeface="맑은 고딕" charset="0"/>
              </a:rPr>
              <a:t>깃 </a:t>
            </a:r>
            <a:r>
              <a:rPr lang="ko-KR" sz="1800" b="1">
                <a:latin typeface="맑은 고딕" charset="0"/>
                <a:ea typeface="맑은 고딕" charset="0"/>
              </a:rPr>
              <a:t>허브</a:t>
            </a:r>
            <a:r>
              <a:rPr lang="ko-KR" sz="1800" b="1">
                <a:latin typeface="맑은 고딕" charset="0"/>
                <a:ea typeface="맑은 고딕" charset="0"/>
              </a:rPr>
              <a:t>로 </a:t>
            </a:r>
            <a:r>
              <a:rPr lang="ko-KR" sz="1800" b="1">
                <a:latin typeface="맑은 고딕" charset="0"/>
                <a:ea typeface="맑은 고딕" charset="0"/>
              </a:rPr>
              <a:t>시</a:t>
            </a:r>
            <a:r>
              <a:rPr lang="ko-KR" sz="1800" b="1">
                <a:latin typeface="맑은 고딕" charset="0"/>
                <a:ea typeface="맑은 고딕" charset="0"/>
              </a:rPr>
              <a:t>작</a:t>
            </a:r>
            <a:endParaRPr lang="ko-KR" altLang="en-US" sz="1800" b="1">
              <a:latin typeface="맑은 고딕" charset="0"/>
              <a:ea typeface="맑은 고딕" charset="0"/>
            </a:endParaRPr>
          </a:p>
          <a:p>
            <a:pPr marL="0" indent="0" algn="ctr" hangingPunct="1"/>
            <a:r>
              <a:rPr lang="ko-KR" sz="1800" b="1">
                <a:latin typeface="맑은 고딕" charset="0"/>
                <a:ea typeface="맑은 고딕" charset="0"/>
              </a:rPr>
              <a:t>1-</a:t>
            </a:r>
            <a:r>
              <a:rPr lang="ko-KR" sz="1800" b="1">
                <a:latin typeface="맑은 고딕" charset="0"/>
                <a:ea typeface="맑은 고딕" charset="0"/>
              </a:rPr>
              <a:t>3</a:t>
            </a:r>
            <a:r>
              <a:rPr lang="ko-KR" sz="1800" b="1">
                <a:latin typeface="맑은 고딕" charset="0"/>
                <a:ea typeface="맑은 고딕" charset="0"/>
              </a:rPr>
              <a:t>.</a:t>
            </a:r>
            <a:r>
              <a:rPr lang="ko-KR" sz="1800" b="1">
                <a:latin typeface="맑은 고딕" charset="0"/>
                <a:ea typeface="맑은 고딕" charset="0"/>
              </a:rPr>
              <a:t> 카카오</a:t>
            </a:r>
            <a:r>
              <a:rPr lang="ko-KR" sz="1800" b="1">
                <a:latin typeface="맑은 고딕" charset="0"/>
                <a:ea typeface="맑은 고딕" charset="0"/>
              </a:rPr>
              <a:t>로 </a:t>
            </a:r>
            <a:r>
              <a:rPr lang="ko-KR" sz="1800" b="1">
                <a:latin typeface="맑은 고딕" charset="0"/>
                <a:ea typeface="맑은 고딕" charset="0"/>
              </a:rPr>
              <a:t>시작하</a:t>
            </a:r>
            <a:r>
              <a:rPr lang="ko-KR" sz="1800" b="1">
                <a:latin typeface="맑은 고딕" charset="0"/>
                <a:ea typeface="맑은 고딕" charset="0"/>
              </a:rPr>
              <a:t>기</a:t>
            </a:r>
            <a:endParaRPr lang="ko-KR" altLang="en-US" sz="1800" b="1">
              <a:latin typeface="맑은 고딕" charset="0"/>
              <a:ea typeface="맑은 고딕" charset="0"/>
            </a:endParaRPr>
          </a:p>
          <a:p>
            <a:pPr marL="0" indent="0" algn="ctr" hangingPunct="1"/>
            <a:r>
              <a:rPr lang="ko-KR" sz="1800" b="1">
                <a:latin typeface="맑은 고딕" charset="0"/>
                <a:ea typeface="맑은 고딕" charset="0"/>
              </a:rPr>
              <a:t>1-</a:t>
            </a:r>
            <a:r>
              <a:rPr lang="ko-KR" sz="1800" b="1">
                <a:latin typeface="맑은 고딕" charset="0"/>
                <a:ea typeface="맑은 고딕" charset="0"/>
              </a:rPr>
              <a:t>4</a:t>
            </a:r>
            <a:r>
              <a:rPr lang="ko-KR" sz="1800" b="1">
                <a:latin typeface="맑은 고딕" charset="0"/>
                <a:ea typeface="맑은 고딕" charset="0"/>
              </a:rPr>
              <a:t>.</a:t>
            </a:r>
            <a:r>
              <a:rPr lang="ko-KR" sz="1800" b="1">
                <a:latin typeface="맑은 고딕" charset="0"/>
                <a:ea typeface="맑은 고딕" charset="0"/>
              </a:rPr>
              <a:t> </a:t>
            </a:r>
            <a:r>
              <a:rPr lang="ko-KR" sz="1800" b="1">
                <a:latin typeface="맑은 고딕" charset="0"/>
                <a:ea typeface="맑은 고딕" charset="0"/>
              </a:rPr>
              <a:t>구글로 </a:t>
            </a:r>
            <a:r>
              <a:rPr lang="ko-KR" sz="1800" b="1">
                <a:latin typeface="맑은 고딕" charset="0"/>
                <a:ea typeface="맑은 고딕" charset="0"/>
              </a:rPr>
              <a:t>시작하</a:t>
            </a:r>
            <a:r>
              <a:rPr lang="ko-KR" sz="1800" b="1">
                <a:latin typeface="맑은 고딕" charset="0"/>
                <a:ea typeface="맑은 고딕" charset="0"/>
              </a:rPr>
              <a:t>기</a:t>
            </a:r>
            <a:endParaRPr lang="ko-KR" altLang="en-US" sz="1800" b="1">
              <a:latin typeface="맑은 고딕" charset="0"/>
              <a:ea typeface="맑은 고딕" charset="0"/>
            </a:endParaRPr>
          </a:p>
        </p:txBody>
      </p:sp>
      <p:sp>
        <p:nvSpPr>
          <p:cNvPr id="32" name="도형 115"/>
          <p:cNvSpPr>
            <a:spLocks/>
          </p:cNvSpPr>
          <p:nvPr/>
        </p:nvSpPr>
        <p:spPr>
          <a:xfrm rot="0">
            <a:off x="3674110" y="6120765"/>
            <a:ext cx="1960245" cy="670560"/>
          </a:xfrm>
          <a:prstGeom prst="flowChartProcess"/>
          <a:solidFill>
            <a:srgbClr val="83A99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lang="ko-KR" sz="1800" b="1">
                <a:latin typeface="맑은 고딕" charset="0"/>
                <a:ea typeface="맑은 고딕" charset="0"/>
              </a:rPr>
              <a:t>3</a:t>
            </a:r>
            <a:r>
              <a:rPr lang="ko-KR" sz="1800" b="1">
                <a:latin typeface="맑은 고딕" charset="0"/>
                <a:ea typeface="맑은 고딕" charset="0"/>
              </a:rPr>
              <a:t>.</a:t>
            </a:r>
            <a:r>
              <a:rPr lang="ko-KR" sz="1800" b="1">
                <a:latin typeface="맑은 고딕" charset="0"/>
                <a:ea typeface="맑은 고딕" charset="0"/>
              </a:rPr>
              <a:t>비밀번호 </a:t>
            </a:r>
            <a:r>
              <a:rPr lang="ko-KR" sz="1800" b="1">
                <a:latin typeface="맑은 고딕" charset="0"/>
                <a:ea typeface="맑은 고딕" charset="0"/>
              </a:rPr>
              <a:t>찾</a:t>
            </a:r>
            <a:r>
              <a:rPr lang="ko-KR" sz="1800" b="1">
                <a:latin typeface="맑은 고딕" charset="0"/>
                <a:ea typeface="맑은 고딕" charset="0"/>
              </a:rPr>
              <a:t>기</a:t>
            </a:r>
            <a:endParaRPr lang="ko-KR" altLang="en-US" sz="1800" b="1">
              <a:latin typeface="맑은 고딕" charset="0"/>
              <a:ea typeface="맑은 고딕" charset="0"/>
            </a:endParaRPr>
          </a:p>
          <a:p>
            <a:pPr marL="0" indent="0" algn="ctr" hangingPunct="1"/>
            <a:r>
              <a:rPr lang="ko-KR" sz="1800" b="1">
                <a:latin typeface="맑은 고딕" charset="0"/>
                <a:ea typeface="맑은 고딕" charset="0"/>
              </a:rPr>
              <a:t>화</a:t>
            </a:r>
            <a:r>
              <a:rPr lang="ko-KR" sz="1800" b="1">
                <a:latin typeface="맑은 고딕" charset="0"/>
                <a:ea typeface="맑은 고딕" charset="0"/>
              </a:rPr>
              <a:t>면 </a:t>
            </a:r>
            <a:r>
              <a:rPr lang="ko-KR" sz="1800" b="1">
                <a:latin typeface="맑은 고딕" charset="0"/>
                <a:ea typeface="맑은 고딕" charset="0"/>
              </a:rPr>
              <a:t>출</a:t>
            </a:r>
            <a:r>
              <a:rPr lang="ko-KR" sz="1800" b="1">
                <a:latin typeface="맑은 고딕" charset="0"/>
                <a:ea typeface="맑은 고딕" charset="0"/>
              </a:rPr>
              <a:t>력</a:t>
            </a:r>
            <a:endParaRPr lang="ko-KR" altLang="en-US" sz="1800" b="1">
              <a:latin typeface="맑은 고딕" charset="0"/>
              <a:ea typeface="맑은 고딕" charset="0"/>
            </a:endParaRPr>
          </a:p>
        </p:txBody>
      </p:sp>
      <p:cxnSp>
        <p:nvCxnSpPr>
          <p:cNvPr id="33" name="도형 116"/>
          <p:cNvCxnSpPr/>
          <p:nvPr/>
        </p:nvCxnSpPr>
        <p:spPr>
          <a:xfrm rot="0" flipV="1">
            <a:off x="2743200" y="6481445"/>
            <a:ext cx="790575" cy="10795"/>
          </a:xfrm>
          <a:prstGeom prst="straightConnector1"/>
          <a:ln w="6350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도형 117"/>
          <p:cNvSpPr>
            <a:spLocks/>
          </p:cNvSpPr>
          <p:nvPr/>
        </p:nvSpPr>
        <p:spPr>
          <a:xfrm rot="0">
            <a:off x="6643370" y="2939415"/>
            <a:ext cx="1545590" cy="833120"/>
          </a:xfrm>
          <a:prstGeom prst="star12"/>
          <a:solidFill>
            <a:schemeClr val="bg1"/>
          </a:solidFill>
          <a:ln w="25400" cap="flat" cmpd="sng">
            <a:solidFill>
              <a:srgbClr val="FF0000">
                <a:alpha val="10000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508000" eaLnBrk="0" latinLnBrk="1" hangingPunct="1">
              <a:buFontTx/>
              <a:buNone/>
            </a:pPr>
            <a:r>
              <a:rPr lang="ko-KR" sz="900" cap="none" b="1" strike="noStrike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아이디/비밀번호 오류시 경고창 출력</a:t>
            </a:r>
            <a:endParaRPr lang="ko-KR" altLang="en-US"/>
          </a:p>
        </p:txBody>
      </p:sp>
      <p:cxnSp>
        <p:nvCxnSpPr>
          <p:cNvPr id="35" name="도형 121"/>
          <p:cNvCxnSpPr/>
          <p:nvPr/>
        </p:nvCxnSpPr>
        <p:spPr>
          <a:xfrm rot="0">
            <a:off x="8949055" y="4689475"/>
            <a:ext cx="820420" cy="570230"/>
          </a:xfrm>
          <a:prstGeom prst="straightConnector1"/>
          <a:ln w="6350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도형 123"/>
          <p:cNvSpPr>
            <a:spLocks/>
          </p:cNvSpPr>
          <p:nvPr/>
        </p:nvSpPr>
        <p:spPr>
          <a:xfrm rot="0">
            <a:off x="9954895" y="4982845"/>
            <a:ext cx="1960245" cy="670560"/>
          </a:xfrm>
          <a:prstGeom prst="flowChartProcess"/>
          <a:solidFill>
            <a:srgbClr val="83A99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lang="ko-KR" sz="1800" b="1">
                <a:latin typeface="맑은 고딕" charset="0"/>
                <a:ea typeface="맑은 고딕" charset="0"/>
              </a:rPr>
              <a:t>5</a:t>
            </a:r>
            <a:r>
              <a:rPr lang="ko-KR" sz="1800" b="1">
                <a:latin typeface="맑은 고딕" charset="0"/>
                <a:ea typeface="맑은 고딕" charset="0"/>
              </a:rPr>
              <a:t>. 아이</a:t>
            </a:r>
            <a:r>
              <a:rPr lang="ko-KR" sz="1800" b="1">
                <a:latin typeface="맑은 고딕" charset="0"/>
                <a:ea typeface="맑은 고딕" charset="0"/>
              </a:rPr>
              <a:t>디 출력</a:t>
            </a:r>
            <a:endParaRPr lang="ko-KR" altLang="en-US" sz="1800" b="1">
              <a:latin typeface="맑은 고딕" charset="0"/>
              <a:ea typeface="맑은 고딕" charset="0"/>
            </a:endParaRPr>
          </a:p>
        </p:txBody>
      </p:sp>
      <p:sp>
        <p:nvSpPr>
          <p:cNvPr id="37" name="도형 124"/>
          <p:cNvSpPr>
            <a:spLocks/>
          </p:cNvSpPr>
          <p:nvPr/>
        </p:nvSpPr>
        <p:spPr>
          <a:xfrm rot="0">
            <a:off x="6815455" y="6059170"/>
            <a:ext cx="1960245" cy="670560"/>
          </a:xfrm>
          <a:prstGeom prst="flowChartProcess"/>
          <a:solidFill>
            <a:srgbClr val="83A99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lang="ko-KR" sz="1800" b="1">
                <a:latin typeface="맑은 고딕" charset="0"/>
                <a:ea typeface="맑은 고딕" charset="0"/>
              </a:rPr>
              <a:t>4</a:t>
            </a:r>
            <a:r>
              <a:rPr lang="ko-KR" sz="1800" b="1">
                <a:latin typeface="맑은 고딕" charset="0"/>
                <a:ea typeface="맑은 고딕" charset="0"/>
              </a:rPr>
              <a:t>.</a:t>
            </a:r>
            <a:r>
              <a:rPr lang="ko-KR" sz="1800" b="1">
                <a:latin typeface="맑은 고딕" charset="0"/>
                <a:ea typeface="맑은 고딕" charset="0"/>
              </a:rPr>
              <a:t> 아이디</a:t>
            </a:r>
            <a:endParaRPr lang="ko-KR" altLang="en-US" sz="1800" b="1">
              <a:latin typeface="맑은 고딕" charset="0"/>
              <a:ea typeface="맑은 고딕" charset="0"/>
            </a:endParaRPr>
          </a:p>
          <a:p>
            <a:pPr marL="0" indent="0" algn="ctr" hangingPunct="1"/>
            <a:r>
              <a:rPr lang="ko-KR" sz="1800" b="1">
                <a:latin typeface="맑은 고딕" charset="0"/>
                <a:ea typeface="맑은 고딕" charset="0"/>
              </a:rPr>
              <a:t>, 이메일 </a:t>
            </a:r>
            <a:r>
              <a:rPr lang="ko-KR" sz="1800" b="1">
                <a:latin typeface="맑은 고딕" charset="0"/>
                <a:ea typeface="맑은 고딕" charset="0"/>
              </a:rPr>
              <a:t>입</a:t>
            </a:r>
            <a:r>
              <a:rPr lang="ko-KR" sz="1800" b="1">
                <a:latin typeface="맑은 고딕" charset="0"/>
                <a:ea typeface="맑은 고딕" charset="0"/>
              </a:rPr>
              <a:t>력</a:t>
            </a:r>
            <a:endParaRPr lang="ko-KR" altLang="en-US" sz="1800" b="1">
              <a:latin typeface="맑은 고딕" charset="0"/>
              <a:ea typeface="맑은 고딕" charset="0"/>
            </a:endParaRPr>
          </a:p>
        </p:txBody>
      </p:sp>
      <p:cxnSp>
        <p:nvCxnSpPr>
          <p:cNvPr id="38" name="도형 125"/>
          <p:cNvCxnSpPr/>
          <p:nvPr/>
        </p:nvCxnSpPr>
        <p:spPr>
          <a:xfrm rot="0" flipV="1">
            <a:off x="5853430" y="6441440"/>
            <a:ext cx="790575" cy="10795"/>
          </a:xfrm>
          <a:prstGeom prst="straightConnector1"/>
          <a:ln w="6350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도형 126"/>
          <p:cNvCxnSpPr/>
          <p:nvPr/>
        </p:nvCxnSpPr>
        <p:spPr>
          <a:xfrm rot="0" flipV="1">
            <a:off x="8914765" y="6413500"/>
            <a:ext cx="790575" cy="10795"/>
          </a:xfrm>
          <a:prstGeom prst="straightConnector1"/>
          <a:ln w="6350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도형 127"/>
          <p:cNvSpPr>
            <a:spLocks/>
          </p:cNvSpPr>
          <p:nvPr/>
        </p:nvSpPr>
        <p:spPr>
          <a:xfrm rot="0">
            <a:off x="9886950" y="6054725"/>
            <a:ext cx="1960245" cy="670560"/>
          </a:xfrm>
          <a:prstGeom prst="flowChartProcess"/>
          <a:solidFill>
            <a:srgbClr val="83A99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lang="ko-KR" sz="1800" b="1">
                <a:latin typeface="맑은 고딕" charset="0"/>
                <a:ea typeface="맑은 고딕" charset="0"/>
              </a:rPr>
              <a:t>5</a:t>
            </a:r>
            <a:r>
              <a:rPr lang="ko-KR" sz="1800" b="1">
                <a:latin typeface="맑은 고딕" charset="0"/>
                <a:ea typeface="맑은 고딕" charset="0"/>
              </a:rPr>
              <a:t>. </a:t>
            </a:r>
            <a:r>
              <a:rPr lang="ko-KR" sz="1800" b="1">
                <a:latin typeface="맑은 고딕" charset="0"/>
                <a:ea typeface="맑은 고딕" charset="0"/>
              </a:rPr>
              <a:t>비밀번호</a:t>
            </a:r>
            <a:endParaRPr lang="ko-KR" altLang="en-US" sz="1800" b="1">
              <a:latin typeface="맑은 고딕" charset="0"/>
              <a:ea typeface="맑은 고딕" charset="0"/>
            </a:endParaRPr>
          </a:p>
          <a:p>
            <a:pPr marL="0" indent="0" algn="ctr" hangingPunct="1"/>
            <a:r>
              <a:rPr lang="ko-KR" sz="1800" b="1">
                <a:latin typeface="맑은 고딕" charset="0"/>
                <a:ea typeface="맑은 고딕" charset="0"/>
              </a:rPr>
              <a:t>이메일로 </a:t>
            </a:r>
            <a:r>
              <a:rPr lang="ko-KR" sz="1800" b="1">
                <a:latin typeface="맑은 고딕" charset="0"/>
                <a:ea typeface="맑은 고딕" charset="0"/>
              </a:rPr>
              <a:t>전</a:t>
            </a:r>
            <a:r>
              <a:rPr lang="ko-KR" sz="1800" b="1">
                <a:latin typeface="맑은 고딕" charset="0"/>
                <a:ea typeface="맑은 고딕" charset="0"/>
              </a:rPr>
              <a:t>송</a:t>
            </a:r>
            <a:endParaRPr lang="ko-KR" altLang="en-US" sz="1800" b="1">
              <a:latin typeface="맑은 고딕" charset="0"/>
              <a:ea typeface="맑은 고딕" charset="0"/>
            </a:endParaRPr>
          </a:p>
        </p:txBody>
      </p:sp>
      <p:sp>
        <p:nvSpPr>
          <p:cNvPr id="41" name="도형 134"/>
          <p:cNvSpPr>
            <a:spLocks/>
          </p:cNvSpPr>
          <p:nvPr/>
        </p:nvSpPr>
        <p:spPr>
          <a:xfrm rot="0">
            <a:off x="661670" y="1312545"/>
            <a:ext cx="1852295" cy="670560"/>
          </a:xfrm>
          <a:prstGeom prst="flowChartProcess"/>
          <a:solidFill>
            <a:srgbClr val="83A99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lang="ko-KR" sz="1800" b="1">
                <a:latin typeface="맑은 고딕" charset="0"/>
                <a:ea typeface="맑은 고딕" charset="0"/>
              </a:rPr>
              <a:t>1</a:t>
            </a:r>
            <a:r>
              <a:rPr lang="ko-KR" sz="1800" b="1">
                <a:latin typeface="맑은 고딕" charset="0"/>
                <a:ea typeface="맑은 고딕" charset="0"/>
              </a:rPr>
              <a:t>. </a:t>
            </a:r>
            <a:r>
              <a:rPr lang="ko-KR" sz="1800" b="1">
                <a:latin typeface="맑은 고딕" charset="0"/>
                <a:ea typeface="맑은 고딕" charset="0"/>
              </a:rPr>
              <a:t>비회원 </a:t>
            </a:r>
            <a:endParaRPr lang="ko-KR" altLang="en-US" sz="1800" b="1">
              <a:latin typeface="맑은 고딕" charset="0"/>
              <a:ea typeface="맑은 고딕" charset="0"/>
            </a:endParaRPr>
          </a:p>
          <a:p>
            <a:pPr marL="0" indent="0" algn="ctr" hangingPunct="1"/>
            <a:r>
              <a:rPr lang="ko-KR" sz="1800" b="1">
                <a:latin typeface="맑은 고딕" charset="0"/>
                <a:ea typeface="맑은 고딕" charset="0"/>
              </a:rPr>
              <a:t>로그</a:t>
            </a:r>
            <a:r>
              <a:rPr lang="ko-KR" sz="1800" b="1">
                <a:latin typeface="맑은 고딕" charset="0"/>
                <a:ea typeface="맑은 고딕" charset="0"/>
              </a:rPr>
              <a:t>인 </a:t>
            </a:r>
            <a:r>
              <a:rPr lang="ko-KR" sz="1800" b="1">
                <a:latin typeface="맑은 고딕" charset="0"/>
                <a:ea typeface="맑은 고딕" charset="0"/>
              </a:rPr>
              <a:t>화</a:t>
            </a:r>
            <a:r>
              <a:rPr lang="ko-KR" sz="1800" b="1">
                <a:latin typeface="맑은 고딕" charset="0"/>
                <a:ea typeface="맑은 고딕" charset="0"/>
              </a:rPr>
              <a:t>면</a:t>
            </a:r>
            <a:endParaRPr lang="ko-KR" altLang="en-US" sz="1800" b="1">
              <a:latin typeface="맑은 고딕" charset="0"/>
              <a:ea typeface="맑은 고딕" charset="0"/>
            </a:endParaRPr>
          </a:p>
        </p:txBody>
      </p:sp>
      <p:sp>
        <p:nvSpPr>
          <p:cNvPr id="43" name="도형 137"/>
          <p:cNvSpPr>
            <a:spLocks/>
          </p:cNvSpPr>
          <p:nvPr/>
        </p:nvSpPr>
        <p:spPr>
          <a:xfrm rot="0">
            <a:off x="6934200" y="5100955"/>
            <a:ext cx="1545590" cy="833120"/>
          </a:xfrm>
          <a:prstGeom prst="star12"/>
          <a:solidFill>
            <a:schemeClr val="bg1"/>
          </a:solidFill>
          <a:ln w="25400" cap="flat" cmpd="sng">
            <a:solidFill>
              <a:srgbClr val="FF0000">
                <a:alpha val="10000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508000" eaLnBrk="0" latinLnBrk="1" hangingPunct="1">
              <a:buFontTx/>
              <a:buNone/>
            </a:pPr>
            <a:r>
              <a:rPr lang="ko-KR" sz="900" cap="none" b="1" strike="noStrike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입력 정보</a:t>
            </a:r>
            <a:endParaRPr lang="ko-KR" altLang="en-US" sz="900" cap="none" b="1" strike="noStrike">
              <a:solidFill>
                <a:schemeClr val="tx1"/>
              </a:solidFill>
              <a:latin typeface="맑은 고딕" charset="0"/>
              <a:ea typeface="맑은 고딕" charset="0"/>
              <a:sym typeface="맑은 고딕" charset="0"/>
            </a:endParaRPr>
          </a:p>
          <a:p>
            <a:pPr marL="0" indent="0" rtl="0" algn="ctr" defTabSz="508000" eaLnBrk="0" latinLnBrk="1" hangingPunct="1">
              <a:buFontTx/>
              <a:buNone/>
            </a:pPr>
            <a:r>
              <a:rPr lang="ko-KR" sz="900" cap="none" b="1" strike="noStrike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오류시</a:t>
            </a:r>
            <a:endParaRPr lang="ko-KR" altLang="en-US" sz="900" cap="none" b="1" strike="noStrike">
              <a:solidFill>
                <a:schemeClr val="tx1"/>
              </a:solidFill>
              <a:latin typeface="맑은 고딕" charset="0"/>
              <a:ea typeface="맑은 고딕" charset="0"/>
              <a:sym typeface="맑은 고딕" charset="0"/>
            </a:endParaRPr>
          </a:p>
          <a:p>
            <a:pPr marL="0" indent="0" rtl="0" algn="ctr" defTabSz="508000" eaLnBrk="0" latinLnBrk="1" hangingPunct="1">
              <a:buFontTx/>
              <a:buNone/>
            </a:pPr>
            <a:r>
              <a:rPr lang="ko-KR" sz="900" cap="none" b="1" strike="noStrike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경고창 출력</a:t>
            </a:r>
            <a:endParaRPr lang="ko-KR" altLang="en-US"/>
          </a:p>
        </p:txBody>
      </p:sp>
      <p:cxnSp>
        <p:nvCxnSpPr>
          <p:cNvPr id="44" name="도형 138"/>
          <p:cNvCxnSpPr/>
          <p:nvPr/>
        </p:nvCxnSpPr>
        <p:spPr>
          <a:xfrm rot="0">
            <a:off x="169545" y="2469515"/>
            <a:ext cx="450850" cy="635"/>
          </a:xfrm>
          <a:prstGeom prst="straightConnector1"/>
          <a:ln w="6350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도형 156"/>
          <p:cNvCxnSpPr/>
          <p:nvPr/>
        </p:nvCxnSpPr>
        <p:spPr>
          <a:xfrm rot="0">
            <a:off x="180975" y="1570990"/>
            <a:ext cx="450850" cy="635"/>
          </a:xfrm>
          <a:prstGeom prst="straightConnector1"/>
          <a:ln w="6350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3"/>
          <p:cNvGraphicFramePr>
            <a:graphicFrameLocks noGrp="1"/>
          </p:cNvGraphicFramePr>
          <p:nvPr/>
        </p:nvGraphicFramePr>
        <p:xfrm>
          <a:off x="-635" y="1905"/>
          <a:ext cx="12198351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9175"/>
                <a:gridCol w="6099175"/>
              </a:tblGrid>
              <a:tr h="370840">
                <a:tc>
                  <a:txBody>
                    <a:bodyPr/>
                    <a:lstStyle/>
                    <a:p>
                      <a:pPr marL="0" indent="0" hangingPunct="1"/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PR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OC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ES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S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2252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hangingPunct="1"/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22523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681480" y="603885"/>
          <a:ext cx="8417560" cy="753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4390"/>
                <a:gridCol w="2104390"/>
                <a:gridCol w="2104390"/>
                <a:gridCol w="2104390"/>
              </a:tblGrid>
              <a:tr h="372745">
                <a:tc>
                  <a:txBody>
                    <a:bodyPr/>
                    <a:lstStyle/>
                    <a:p>
                      <a:pPr marL="0" indent="0" hangingPunct="1"/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단위 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프로세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스 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ID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2252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hangingPunct="1"/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G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R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O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O-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U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SER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2252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hangingPunct="1"/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프로세스명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2252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hangingPunct="1"/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회원가입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22523B"/>
                    </a:solidFill>
                  </a:tcPr>
                </a:tc>
              </a:tr>
              <a:tr h="380365">
                <a:tc>
                  <a:txBody>
                    <a:bodyPr/>
                    <a:lstStyle/>
                    <a:p>
                      <a:pPr marL="0" indent="0" hangingPunct="1"/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작성일자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2252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hangingPunct="1"/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20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25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.1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1.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0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8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2252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hangingPunct="1"/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작성자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2252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hangingPunct="1"/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정선회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22523B"/>
                    </a:solidFill>
                  </a:tcPr>
                </a:tc>
              </a:tr>
            </a:tbl>
          </a:graphicData>
        </a:graphic>
      </p:graphicFrame>
      <p:sp>
        <p:nvSpPr>
          <p:cNvPr id="5" name="텍스트 상자 128"/>
          <p:cNvSpPr txBox="1">
            <a:spLocks/>
          </p:cNvSpPr>
          <p:nvPr/>
        </p:nvSpPr>
        <p:spPr>
          <a:xfrm rot="0">
            <a:off x="5250815" y="1589405"/>
            <a:ext cx="2550160" cy="370205"/>
          </a:xfrm>
          <a:prstGeom prst="rect"/>
          <a:noFill/>
          <a:ln>
            <a:noFill/>
            <a:prstDash/>
          </a:ln>
        </p:spPr>
        <p:txBody>
          <a:bodyPr wrap="square" lIns="89535" tIns="46355" rIns="89535" bIns="46355" vert="horz" anchor="t">
            <a:spAutoFit/>
          </a:bodyPr>
          <a:lstStyle/>
          <a:p>
            <a:pPr marL="0" indent="0" algn="l" hangingPunct="1"/>
            <a:r>
              <a:rPr lang="ko-KR" sz="1800" b="1">
                <a:latin typeface="맑은 고딕" charset="0"/>
                <a:ea typeface="맑은 고딕" charset="0"/>
              </a:rPr>
              <a:t>비</a:t>
            </a:r>
            <a:r>
              <a:rPr lang="ko-KR" sz="1800" b="1">
                <a:latin typeface="맑은 고딕" charset="0"/>
                <a:ea typeface="맑은 고딕" charset="0"/>
              </a:rPr>
              <a:t>회원</a:t>
            </a:r>
            <a:endParaRPr lang="ko-KR" altLang="en-US" sz="1800" b="1">
              <a:latin typeface="맑은 고딕" charset="0"/>
              <a:ea typeface="맑은 고딕" charset="0"/>
            </a:endParaRPr>
          </a:p>
        </p:txBody>
      </p:sp>
      <p:sp>
        <p:nvSpPr>
          <p:cNvPr id="6" name="도형 129"/>
          <p:cNvSpPr>
            <a:spLocks/>
          </p:cNvSpPr>
          <p:nvPr/>
        </p:nvSpPr>
        <p:spPr>
          <a:xfrm rot="0">
            <a:off x="129540" y="2171065"/>
            <a:ext cx="1852295" cy="670560"/>
          </a:xfrm>
          <a:prstGeom prst="flowChartProcess"/>
          <a:solidFill>
            <a:srgbClr val="83A99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sz="1800" b="1">
                <a:latin typeface="맑은 고딕" charset="0"/>
                <a:ea typeface="맑은 고딕" charset="0"/>
              </a:rPr>
              <a:t>1</a:t>
            </a:r>
            <a:r>
              <a:rPr sz="1800" b="1">
                <a:latin typeface="맑은 고딕" charset="0"/>
                <a:ea typeface="맑은 고딕" charset="0"/>
              </a:rPr>
              <a:t>. </a:t>
            </a:r>
            <a:r>
              <a:rPr lang="ko-KR" sz="1800" b="1">
                <a:latin typeface="맑은 고딕" charset="0"/>
                <a:ea typeface="맑은 고딕" charset="0"/>
              </a:rPr>
              <a:t>메인 </a:t>
            </a:r>
            <a:r>
              <a:rPr lang="ko-KR" sz="1800" b="1">
                <a:latin typeface="맑은 고딕" charset="0"/>
                <a:ea typeface="맑은 고딕" charset="0"/>
              </a:rPr>
              <a:t>페이</a:t>
            </a:r>
            <a:r>
              <a:rPr lang="ko-KR" sz="1800" b="1">
                <a:latin typeface="맑은 고딕" charset="0"/>
                <a:ea typeface="맑은 고딕" charset="0"/>
              </a:rPr>
              <a:t>지</a:t>
            </a:r>
            <a:endParaRPr lang="ko-KR" altLang="en-US" sz="1800" b="1">
              <a:latin typeface="맑은 고딕" charset="0"/>
              <a:ea typeface="맑은 고딕" charset="0"/>
            </a:endParaRPr>
          </a:p>
        </p:txBody>
      </p:sp>
      <p:cxnSp>
        <p:nvCxnSpPr>
          <p:cNvPr id="7" name="도형 130"/>
          <p:cNvCxnSpPr/>
          <p:nvPr/>
        </p:nvCxnSpPr>
        <p:spPr>
          <a:xfrm rot="0" flipH="1">
            <a:off x="999490" y="3008630"/>
            <a:ext cx="20955" cy="990600"/>
          </a:xfrm>
          <a:prstGeom prst="straightConnector1"/>
          <a:ln w="6350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도형 131"/>
          <p:cNvSpPr>
            <a:spLocks/>
          </p:cNvSpPr>
          <p:nvPr/>
        </p:nvSpPr>
        <p:spPr>
          <a:xfrm rot="0">
            <a:off x="131445" y="4212590"/>
            <a:ext cx="1852295" cy="670560"/>
          </a:xfrm>
          <a:prstGeom prst="flowChartProcess"/>
          <a:solidFill>
            <a:srgbClr val="83A99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sz="1800" b="1">
                <a:latin typeface="맑은 고딕" charset="0"/>
                <a:ea typeface="맑은 고딕" charset="0"/>
              </a:rPr>
              <a:t>2</a:t>
            </a:r>
            <a:r>
              <a:rPr sz="1800" b="1">
                <a:latin typeface="맑은 고딕" charset="0"/>
                <a:ea typeface="맑은 고딕" charset="0"/>
              </a:rPr>
              <a:t>. 회원가</a:t>
            </a:r>
            <a:r>
              <a:rPr lang="ko-KR" sz="1800" b="1">
                <a:latin typeface="맑은 고딕" charset="0"/>
                <a:ea typeface="맑은 고딕" charset="0"/>
              </a:rPr>
              <a:t>입</a:t>
            </a:r>
            <a:endParaRPr lang="ko-KR" altLang="en-US" sz="1800" b="1">
              <a:latin typeface="맑은 고딕" charset="0"/>
              <a:ea typeface="맑은 고딕" charset="0"/>
            </a:endParaRPr>
          </a:p>
        </p:txBody>
      </p:sp>
      <p:cxnSp>
        <p:nvCxnSpPr>
          <p:cNvPr id="10" name="도형 133"/>
          <p:cNvCxnSpPr/>
          <p:nvPr/>
        </p:nvCxnSpPr>
        <p:spPr>
          <a:xfrm rot="0" flipV="1">
            <a:off x="2253615" y="4538980"/>
            <a:ext cx="796290" cy="3810"/>
          </a:xfrm>
          <a:prstGeom prst="straightConnector1"/>
          <a:ln w="6350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도형 139"/>
          <p:cNvSpPr>
            <a:spLocks/>
          </p:cNvSpPr>
          <p:nvPr/>
        </p:nvSpPr>
        <p:spPr>
          <a:xfrm rot="0">
            <a:off x="3193415" y="4204335"/>
            <a:ext cx="1852295" cy="670560"/>
          </a:xfrm>
          <a:prstGeom prst="flowChartProcess"/>
          <a:solidFill>
            <a:srgbClr val="83A99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lang="ko-KR" sz="1800" b="1">
                <a:latin typeface="맑은 고딕" charset="0"/>
                <a:ea typeface="맑은 고딕" charset="0"/>
              </a:rPr>
              <a:t>3</a:t>
            </a:r>
            <a:r>
              <a:rPr lang="ko-KR" sz="1800" b="1">
                <a:latin typeface="맑은 고딕" charset="0"/>
                <a:ea typeface="맑은 고딕" charset="0"/>
              </a:rPr>
              <a:t>.</a:t>
            </a:r>
            <a:r>
              <a:rPr lang="ko-KR" sz="1800" b="1">
                <a:latin typeface="맑은 고딕" charset="0"/>
                <a:ea typeface="맑은 고딕" charset="0"/>
              </a:rPr>
              <a:t> 이용약관</a:t>
            </a:r>
            <a:endParaRPr lang="ko-KR" altLang="en-US" sz="1800" b="1">
              <a:latin typeface="맑은 고딕" charset="0"/>
              <a:ea typeface="맑은 고딕" charset="0"/>
            </a:endParaRPr>
          </a:p>
        </p:txBody>
      </p:sp>
      <p:cxnSp>
        <p:nvCxnSpPr>
          <p:cNvPr id="12" name="도형 140"/>
          <p:cNvCxnSpPr/>
          <p:nvPr/>
        </p:nvCxnSpPr>
        <p:spPr>
          <a:xfrm rot="0" flipV="1">
            <a:off x="5175250" y="4529455"/>
            <a:ext cx="974090" cy="5080"/>
          </a:xfrm>
          <a:prstGeom prst="straightConnector1"/>
          <a:ln w="6350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도형 141"/>
          <p:cNvSpPr>
            <a:spLocks/>
          </p:cNvSpPr>
          <p:nvPr/>
        </p:nvSpPr>
        <p:spPr>
          <a:xfrm rot="0">
            <a:off x="6254750" y="1876425"/>
            <a:ext cx="1852295" cy="670560"/>
          </a:xfrm>
          <a:prstGeom prst="flowChartProcess"/>
          <a:solidFill>
            <a:srgbClr val="83A99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sz="1800" b="1">
                <a:latin typeface="맑은 고딕" charset="0"/>
                <a:ea typeface="맑은 고딕" charset="0"/>
              </a:rPr>
              <a:t>4</a:t>
            </a:r>
            <a:r>
              <a:rPr sz="1800" b="1">
                <a:latin typeface="맑은 고딕" charset="0"/>
                <a:ea typeface="맑은 고딕" charset="0"/>
              </a:rPr>
              <a:t>.</a:t>
            </a:r>
            <a:r>
              <a:rPr lang="ko-KR" sz="1800" b="1">
                <a:latin typeface="맑은 고딕" charset="0"/>
                <a:ea typeface="맑은 고딕" charset="0"/>
              </a:rPr>
              <a:t> 아이디 </a:t>
            </a:r>
            <a:r>
              <a:rPr lang="ko-KR" sz="1800" b="1">
                <a:latin typeface="맑은 고딕" charset="0"/>
                <a:ea typeface="맑은 고딕" charset="0"/>
              </a:rPr>
              <a:t>입</a:t>
            </a:r>
            <a:r>
              <a:rPr lang="ko-KR" sz="1800" b="1">
                <a:latin typeface="맑은 고딕" charset="0"/>
                <a:ea typeface="맑은 고딕" charset="0"/>
              </a:rPr>
              <a:t>력</a:t>
            </a:r>
            <a:endParaRPr lang="ko-KR" altLang="en-US" sz="1800" b="1">
              <a:latin typeface="맑은 고딕" charset="0"/>
              <a:ea typeface="맑은 고딕" charset="0"/>
            </a:endParaRPr>
          </a:p>
        </p:txBody>
      </p:sp>
      <p:sp>
        <p:nvSpPr>
          <p:cNvPr id="15" name="도형 143"/>
          <p:cNvSpPr>
            <a:spLocks/>
          </p:cNvSpPr>
          <p:nvPr/>
        </p:nvSpPr>
        <p:spPr>
          <a:xfrm rot="0">
            <a:off x="6258560" y="2669540"/>
            <a:ext cx="1852295" cy="670560"/>
          </a:xfrm>
          <a:prstGeom prst="flowChartProcess"/>
          <a:solidFill>
            <a:srgbClr val="83A99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sz="1800" b="1">
                <a:latin typeface="맑은 고딕" charset="0"/>
                <a:ea typeface="맑은 고딕" charset="0"/>
              </a:rPr>
              <a:t>5</a:t>
            </a:r>
            <a:r>
              <a:rPr sz="1800" b="1">
                <a:latin typeface="맑은 고딕" charset="0"/>
                <a:ea typeface="맑은 고딕" charset="0"/>
              </a:rPr>
              <a:t>. 비밀번</a:t>
            </a:r>
            <a:r>
              <a:rPr lang="ko-KR" sz="1800" b="1">
                <a:latin typeface="맑은 고딕" charset="0"/>
                <a:ea typeface="맑은 고딕" charset="0"/>
              </a:rPr>
              <a:t>호</a:t>
            </a:r>
            <a:endParaRPr lang="ko-KR" altLang="en-US" sz="1800" b="1">
              <a:latin typeface="맑은 고딕" charset="0"/>
              <a:ea typeface="맑은 고딕" charset="0"/>
            </a:endParaRPr>
          </a:p>
        </p:txBody>
      </p:sp>
      <p:sp>
        <p:nvSpPr>
          <p:cNvPr id="16" name="도형 144"/>
          <p:cNvSpPr>
            <a:spLocks/>
          </p:cNvSpPr>
          <p:nvPr/>
        </p:nvSpPr>
        <p:spPr>
          <a:xfrm rot="0">
            <a:off x="6260465" y="3451860"/>
            <a:ext cx="1852295" cy="670560"/>
          </a:xfrm>
          <a:prstGeom prst="flowChartProcess"/>
          <a:solidFill>
            <a:srgbClr val="83A99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sz="1800" b="1">
                <a:latin typeface="맑은 고딕" charset="0"/>
                <a:ea typeface="맑은 고딕" charset="0"/>
              </a:rPr>
              <a:t>6</a:t>
            </a:r>
            <a:r>
              <a:rPr sz="1800" b="1">
                <a:latin typeface="맑은 고딕" charset="0"/>
                <a:ea typeface="맑은 고딕" charset="0"/>
              </a:rPr>
              <a:t>.</a:t>
            </a:r>
            <a:r>
              <a:rPr lang="ko-KR" sz="1800" b="1">
                <a:latin typeface="맑은 고딕" charset="0"/>
                <a:ea typeface="맑은 고딕" charset="0"/>
              </a:rPr>
              <a:t> </a:t>
            </a:r>
            <a:r>
              <a:rPr sz="1800" b="1">
                <a:latin typeface="맑은 고딕" charset="0"/>
                <a:ea typeface="맑은 고딕" charset="0"/>
              </a:rPr>
              <a:t>비밀번</a:t>
            </a:r>
            <a:r>
              <a:rPr lang="ko-KR" sz="1800" b="1">
                <a:latin typeface="맑은 고딕" charset="0"/>
                <a:ea typeface="맑은 고딕" charset="0"/>
              </a:rPr>
              <a:t>호 </a:t>
            </a:r>
            <a:endParaRPr lang="ko-KR" altLang="en-US" sz="1800" b="1">
              <a:latin typeface="맑은 고딕" charset="0"/>
              <a:ea typeface="맑은 고딕" charset="0"/>
            </a:endParaRPr>
          </a:p>
          <a:p>
            <a:pPr marL="0" indent="0" algn="ctr" hangingPunct="1"/>
            <a:r>
              <a:rPr lang="ko-KR" sz="1800" b="1">
                <a:latin typeface="맑은 고딕" charset="0"/>
                <a:ea typeface="맑은 고딕" charset="0"/>
              </a:rPr>
              <a:t>확</a:t>
            </a:r>
            <a:r>
              <a:rPr lang="ko-KR" sz="1800" b="1">
                <a:latin typeface="맑은 고딕" charset="0"/>
                <a:ea typeface="맑은 고딕" charset="0"/>
              </a:rPr>
              <a:t>인</a:t>
            </a:r>
            <a:endParaRPr lang="ko-KR" altLang="en-US" sz="1800" b="1">
              <a:latin typeface="맑은 고딕" charset="0"/>
              <a:ea typeface="맑은 고딕" charset="0"/>
            </a:endParaRPr>
          </a:p>
        </p:txBody>
      </p:sp>
      <p:sp>
        <p:nvSpPr>
          <p:cNvPr id="17" name="도형 145"/>
          <p:cNvSpPr>
            <a:spLocks/>
          </p:cNvSpPr>
          <p:nvPr/>
        </p:nvSpPr>
        <p:spPr>
          <a:xfrm rot="0">
            <a:off x="6262370" y="4232910"/>
            <a:ext cx="1852295" cy="670560"/>
          </a:xfrm>
          <a:prstGeom prst="flowChartProcess"/>
          <a:solidFill>
            <a:srgbClr val="83A99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lang="ko-KR" sz="1800" b="1">
                <a:latin typeface="맑은 고딕" charset="0"/>
                <a:ea typeface="맑은 고딕" charset="0"/>
              </a:rPr>
              <a:t>7</a:t>
            </a:r>
            <a:r>
              <a:rPr lang="ko-KR" sz="1800" b="1">
                <a:latin typeface="맑은 고딕" charset="0"/>
                <a:ea typeface="맑은 고딕" charset="0"/>
              </a:rPr>
              <a:t>. 이</a:t>
            </a:r>
            <a:r>
              <a:rPr lang="ko-KR" sz="1800" b="1">
                <a:latin typeface="맑은 고딕" charset="0"/>
                <a:ea typeface="맑은 고딕" charset="0"/>
              </a:rPr>
              <a:t>름</a:t>
            </a:r>
            <a:endParaRPr lang="ko-KR" altLang="en-US" sz="1800" b="1">
              <a:latin typeface="맑은 고딕" charset="0"/>
              <a:ea typeface="맑은 고딕" charset="0"/>
            </a:endParaRPr>
          </a:p>
        </p:txBody>
      </p:sp>
      <p:sp>
        <p:nvSpPr>
          <p:cNvPr id="18" name="도형 146"/>
          <p:cNvSpPr>
            <a:spLocks/>
          </p:cNvSpPr>
          <p:nvPr/>
        </p:nvSpPr>
        <p:spPr>
          <a:xfrm rot="0">
            <a:off x="6263640" y="5014595"/>
            <a:ext cx="1852295" cy="670560"/>
          </a:xfrm>
          <a:prstGeom prst="flowChartProcess"/>
          <a:solidFill>
            <a:srgbClr val="83A99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lang="ko-KR" sz="1800" b="1">
                <a:latin typeface="맑은 고딕" charset="0"/>
                <a:ea typeface="맑은 고딕" charset="0"/>
              </a:rPr>
              <a:t>8</a:t>
            </a:r>
            <a:r>
              <a:rPr lang="ko-KR" sz="1800" b="1">
                <a:latin typeface="맑은 고딕" charset="0"/>
                <a:ea typeface="맑은 고딕" charset="0"/>
              </a:rPr>
              <a:t>. 주민번</a:t>
            </a:r>
            <a:r>
              <a:rPr lang="ko-KR" sz="1800" b="1">
                <a:latin typeface="맑은 고딕" charset="0"/>
                <a:ea typeface="맑은 고딕" charset="0"/>
              </a:rPr>
              <a:t>호 </a:t>
            </a:r>
            <a:endParaRPr lang="ko-KR" altLang="en-US" sz="1800" b="1">
              <a:latin typeface="맑은 고딕" charset="0"/>
              <a:ea typeface="맑은 고딕" charset="0"/>
            </a:endParaRPr>
          </a:p>
          <a:p>
            <a:pPr marL="0" indent="0" algn="ctr" hangingPunct="1"/>
            <a:r>
              <a:rPr lang="ko-KR" sz="1800" b="1">
                <a:latin typeface="맑은 고딕" charset="0"/>
                <a:ea typeface="맑은 고딕" charset="0"/>
              </a:rPr>
              <a:t>앞자</a:t>
            </a:r>
            <a:r>
              <a:rPr lang="ko-KR" sz="1800" b="1">
                <a:latin typeface="맑은 고딕" charset="0"/>
                <a:ea typeface="맑은 고딕" charset="0"/>
              </a:rPr>
              <a:t>리,</a:t>
            </a:r>
            <a:r>
              <a:rPr lang="ko-KR" sz="1800" b="1">
                <a:latin typeface="맑은 고딕" charset="0"/>
                <a:ea typeface="맑은 고딕" charset="0"/>
              </a:rPr>
              <a:t> 뒷자</a:t>
            </a:r>
            <a:r>
              <a:rPr lang="ko-KR" sz="1800" b="1">
                <a:latin typeface="맑은 고딕" charset="0"/>
                <a:ea typeface="맑은 고딕" charset="0"/>
              </a:rPr>
              <a:t>리</a:t>
            </a:r>
            <a:endParaRPr lang="ko-KR" altLang="en-US" sz="1800" b="1">
              <a:latin typeface="맑은 고딕" charset="0"/>
              <a:ea typeface="맑은 고딕" charset="0"/>
            </a:endParaRPr>
          </a:p>
        </p:txBody>
      </p:sp>
      <p:sp>
        <p:nvSpPr>
          <p:cNvPr id="19" name="도형 147"/>
          <p:cNvSpPr>
            <a:spLocks/>
          </p:cNvSpPr>
          <p:nvPr/>
        </p:nvSpPr>
        <p:spPr>
          <a:xfrm rot="0">
            <a:off x="6255385" y="5776595"/>
            <a:ext cx="1852295" cy="670560"/>
          </a:xfrm>
          <a:prstGeom prst="flowChartProcess"/>
          <a:solidFill>
            <a:srgbClr val="83A99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lang="ko-KR" sz="1800" b="1">
                <a:latin typeface="맑은 고딕" charset="0"/>
                <a:ea typeface="맑은 고딕" charset="0"/>
              </a:rPr>
              <a:t>9</a:t>
            </a:r>
            <a:r>
              <a:rPr lang="ko-KR" sz="1800" b="1">
                <a:latin typeface="맑은 고딕" charset="0"/>
                <a:ea typeface="맑은 고딕" charset="0"/>
              </a:rPr>
              <a:t>. </a:t>
            </a:r>
            <a:r>
              <a:rPr lang="ko-KR" sz="1800" b="1">
                <a:latin typeface="맑은 고딕" charset="0"/>
                <a:ea typeface="맑은 고딕" charset="0"/>
              </a:rPr>
              <a:t>r</a:t>
            </a:r>
            <a:r>
              <a:rPr lang="ko-KR" sz="1800" b="1">
                <a:latin typeface="맑은 고딕" charset="0"/>
                <a:ea typeface="맑은 고딕" charset="0"/>
              </a:rPr>
              <a:t>eC</a:t>
            </a:r>
            <a:r>
              <a:rPr lang="ko-KR" sz="1800" b="1">
                <a:latin typeface="맑은 고딕" charset="0"/>
                <a:ea typeface="맑은 고딕" charset="0"/>
              </a:rPr>
              <a:t>A</a:t>
            </a:r>
            <a:r>
              <a:rPr lang="ko-KR" sz="1800" b="1">
                <a:latin typeface="맑은 고딕" charset="0"/>
                <a:ea typeface="맑은 고딕" charset="0"/>
              </a:rPr>
              <a:t>PTCHA</a:t>
            </a:r>
            <a:endParaRPr lang="ko-KR" altLang="en-US" sz="1800" b="1">
              <a:latin typeface="맑은 고딕" charset="0"/>
              <a:ea typeface="맑은 고딕" charset="0"/>
            </a:endParaRPr>
          </a:p>
        </p:txBody>
      </p:sp>
      <p:sp>
        <p:nvSpPr>
          <p:cNvPr id="21" name="도형 149"/>
          <p:cNvSpPr>
            <a:spLocks/>
          </p:cNvSpPr>
          <p:nvPr/>
        </p:nvSpPr>
        <p:spPr>
          <a:xfrm rot="0">
            <a:off x="3253740" y="3329305"/>
            <a:ext cx="1545590" cy="833120"/>
          </a:xfrm>
          <a:prstGeom prst="star12"/>
          <a:solidFill>
            <a:schemeClr val="bg1"/>
          </a:solidFill>
          <a:ln w="25400" cap="flat" cmpd="sng">
            <a:solidFill>
              <a:srgbClr val="FF0000">
                <a:alpha val="10000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508000" eaLnBrk="0" latinLnBrk="1" hangingPunct="1">
              <a:buFontTx/>
              <a:buNone/>
            </a:pPr>
            <a:r>
              <a:rPr lang="ko-KR" sz="900" cap="none" b="1" strike="noStrike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이용약관 </a:t>
            </a:r>
            <a:endParaRPr lang="ko-KR" altLang="en-US" sz="900" cap="none" b="1" strike="noStrike">
              <a:solidFill>
                <a:schemeClr val="tx1"/>
              </a:solidFill>
              <a:latin typeface="맑은 고딕" charset="0"/>
              <a:ea typeface="맑은 고딕" charset="0"/>
              <a:sym typeface="맑은 고딕" charset="0"/>
            </a:endParaRPr>
          </a:p>
          <a:p>
            <a:pPr marL="0" indent="0" rtl="0" algn="ctr" defTabSz="508000" eaLnBrk="0" latinLnBrk="1" hangingPunct="1">
              <a:buFontTx/>
              <a:buNone/>
            </a:pPr>
            <a:r>
              <a:rPr lang="ko-KR" sz="900" cap="none" b="1" strike="noStrike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미동의 시 </a:t>
            </a:r>
            <a:endParaRPr lang="ko-KR" altLang="en-US" sz="900" cap="none" b="1" strike="noStrike">
              <a:solidFill>
                <a:schemeClr val="tx1"/>
              </a:solidFill>
              <a:latin typeface="맑은 고딕" charset="0"/>
              <a:ea typeface="맑은 고딕" charset="0"/>
              <a:sym typeface="맑은 고딕" charset="0"/>
            </a:endParaRPr>
          </a:p>
          <a:p>
            <a:pPr marL="0" indent="0" rtl="0" algn="ctr" defTabSz="508000" eaLnBrk="0" latinLnBrk="1" hangingPunct="1">
              <a:buFontTx/>
              <a:buNone/>
            </a:pPr>
            <a:r>
              <a:rPr lang="ko-KR" sz="900" cap="none" b="1" strike="noStrike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가입 불가</a:t>
            </a:r>
            <a:endParaRPr lang="ko-KR" altLang="en-US"/>
          </a:p>
        </p:txBody>
      </p:sp>
      <p:sp>
        <p:nvSpPr>
          <p:cNvPr id="22" name="도형 150"/>
          <p:cNvSpPr>
            <a:spLocks/>
          </p:cNvSpPr>
          <p:nvPr/>
        </p:nvSpPr>
        <p:spPr>
          <a:xfrm rot="0">
            <a:off x="8234680" y="1771650"/>
            <a:ext cx="1545590" cy="833120"/>
          </a:xfrm>
          <a:prstGeom prst="star12"/>
          <a:solidFill>
            <a:schemeClr val="bg1"/>
          </a:solidFill>
          <a:ln w="25400" cap="flat" cmpd="sng">
            <a:solidFill>
              <a:srgbClr val="FF0000">
                <a:alpha val="10000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508000" eaLnBrk="0" latinLnBrk="1" hangingPunct="1">
              <a:buFontTx/>
              <a:buNone/>
            </a:pPr>
            <a:r>
              <a:rPr lang="ko-KR" sz="900" cap="none" b="1" strike="noStrike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중복확인 </a:t>
            </a:r>
            <a:endParaRPr lang="ko-KR" altLang="en-US" sz="900" cap="none" b="1" strike="noStrike">
              <a:solidFill>
                <a:schemeClr val="tx1"/>
              </a:solidFill>
              <a:latin typeface="맑은 고딕" charset="0"/>
              <a:ea typeface="맑은 고딕" charset="0"/>
              <a:sym typeface="맑은 고딕" charset="0"/>
            </a:endParaRPr>
          </a:p>
          <a:p>
            <a:pPr marL="0" indent="0" rtl="0" algn="ctr" defTabSz="508000" eaLnBrk="0" latinLnBrk="1" hangingPunct="1">
              <a:buFontTx/>
              <a:buNone/>
            </a:pPr>
            <a:r>
              <a:rPr lang="ko-KR" sz="900" cap="none" b="1" strike="noStrike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안할 시</a:t>
            </a:r>
            <a:endParaRPr lang="ko-KR" altLang="en-US" sz="900" cap="none" b="1" strike="noStrike">
              <a:solidFill>
                <a:schemeClr val="tx1"/>
              </a:solidFill>
              <a:latin typeface="맑은 고딕" charset="0"/>
              <a:ea typeface="맑은 고딕" charset="0"/>
              <a:sym typeface="맑은 고딕" charset="0"/>
            </a:endParaRPr>
          </a:p>
          <a:p>
            <a:pPr marL="0" indent="0" rtl="0" algn="ctr" defTabSz="508000" eaLnBrk="0" latinLnBrk="1" hangingPunct="1">
              <a:buFontTx/>
              <a:buNone/>
            </a:pPr>
            <a:r>
              <a:rPr lang="ko-KR" sz="900" cap="none" b="1" strike="noStrike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회원가입 </a:t>
            </a:r>
            <a:endParaRPr lang="ko-KR" altLang="en-US" sz="900" cap="none" b="1" strike="noStrike">
              <a:solidFill>
                <a:schemeClr val="tx1"/>
              </a:solidFill>
              <a:latin typeface="맑은 고딕" charset="0"/>
              <a:ea typeface="맑은 고딕" charset="0"/>
              <a:sym typeface="맑은 고딕" charset="0"/>
            </a:endParaRPr>
          </a:p>
          <a:p>
            <a:pPr marL="0" indent="0" rtl="0" algn="ctr" defTabSz="508000" eaLnBrk="0" latinLnBrk="1" hangingPunct="1">
              <a:buFontTx/>
              <a:buNone/>
            </a:pPr>
            <a:r>
              <a:rPr lang="ko-KR" sz="900" cap="none" b="1" strike="noStrike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불가 </a:t>
            </a:r>
            <a:endParaRPr lang="ko-KR" altLang="en-US"/>
          </a:p>
        </p:txBody>
      </p:sp>
      <p:sp>
        <p:nvSpPr>
          <p:cNvPr id="24" name="도형 152"/>
          <p:cNvSpPr>
            <a:spLocks/>
          </p:cNvSpPr>
          <p:nvPr/>
        </p:nvSpPr>
        <p:spPr>
          <a:xfrm rot="0">
            <a:off x="8188960" y="2738755"/>
            <a:ext cx="1851025" cy="1198245"/>
          </a:xfrm>
          <a:prstGeom prst="star12"/>
          <a:solidFill>
            <a:schemeClr val="bg1"/>
          </a:solidFill>
          <a:ln w="25400" cap="flat" cmpd="sng">
            <a:solidFill>
              <a:srgbClr val="FF0000">
                <a:alpha val="10000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508000" eaLnBrk="0" latinLnBrk="1" hangingPunct="1">
              <a:buFontTx/>
              <a:buNone/>
            </a:pPr>
            <a:r>
              <a:rPr lang="ko-KR" sz="900" cap="none" b="1" strike="noStrike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비밀번호 </a:t>
            </a:r>
            <a:endParaRPr lang="ko-KR" altLang="en-US" sz="900" cap="none" b="1" strike="noStrike">
              <a:solidFill>
                <a:schemeClr val="tx1"/>
              </a:solidFill>
              <a:latin typeface="맑은 고딕" charset="0"/>
              <a:ea typeface="맑은 고딕" charset="0"/>
              <a:sym typeface="맑은 고딕" charset="0"/>
            </a:endParaRPr>
          </a:p>
          <a:p>
            <a:pPr marL="0" indent="0" rtl="0" algn="ctr" defTabSz="508000" eaLnBrk="0" latinLnBrk="1" hangingPunct="1">
              <a:buFontTx/>
              <a:buNone/>
            </a:pPr>
            <a:r>
              <a:rPr lang="ko-KR" sz="900" cap="none" b="1" strike="noStrike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유효성</a:t>
            </a:r>
            <a:endParaRPr lang="ko-KR" altLang="en-US" sz="900" cap="none" b="1" strike="noStrike">
              <a:solidFill>
                <a:schemeClr val="tx1"/>
              </a:solidFill>
              <a:latin typeface="맑은 고딕" charset="0"/>
              <a:ea typeface="맑은 고딕" charset="0"/>
              <a:sym typeface="맑은 고딕" charset="0"/>
            </a:endParaRPr>
          </a:p>
          <a:p>
            <a:pPr marL="0" indent="0" rtl="0" algn="ctr" defTabSz="508000" eaLnBrk="0" latinLnBrk="1" hangingPunct="1">
              <a:buFontTx/>
              <a:buNone/>
            </a:pPr>
            <a:r>
              <a:rPr lang="ko-KR" sz="900" cap="none" b="1" strike="noStrike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비밀번호가 같지 않으면 </a:t>
            </a:r>
            <a:endParaRPr lang="ko-KR" altLang="en-US" sz="900" cap="none" b="1" strike="noStrike">
              <a:solidFill>
                <a:schemeClr val="tx1"/>
              </a:solidFill>
              <a:latin typeface="맑은 고딕" charset="0"/>
              <a:ea typeface="맑은 고딕" charset="0"/>
              <a:sym typeface="맑은 고딕" charset="0"/>
            </a:endParaRPr>
          </a:p>
          <a:p>
            <a:pPr marL="0" indent="0" rtl="0" algn="ctr" defTabSz="508000" eaLnBrk="0" latinLnBrk="1" hangingPunct="1">
              <a:buFontTx/>
              <a:buNone/>
            </a:pPr>
            <a:r>
              <a:rPr lang="ko-KR" sz="900" cap="none" b="1" strike="noStrike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회원가입 불가</a:t>
            </a:r>
            <a:endParaRPr lang="ko-KR" altLang="en-US"/>
          </a:p>
        </p:txBody>
      </p:sp>
      <p:sp>
        <p:nvSpPr>
          <p:cNvPr id="27" name="도형 155"/>
          <p:cNvSpPr>
            <a:spLocks/>
          </p:cNvSpPr>
          <p:nvPr/>
        </p:nvSpPr>
        <p:spPr>
          <a:xfrm rot="0">
            <a:off x="8183245" y="5460365"/>
            <a:ext cx="1916430" cy="833120"/>
          </a:xfrm>
          <a:prstGeom prst="star12"/>
          <a:solidFill>
            <a:schemeClr val="bg1"/>
          </a:solidFill>
          <a:ln w="25400" cap="flat" cmpd="sng">
            <a:solidFill>
              <a:srgbClr val="FF0000">
                <a:alpha val="10000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508000" eaLnBrk="0" latinLnBrk="1" hangingPunct="1">
              <a:buFontTx/>
              <a:buNone/>
            </a:pPr>
            <a:r>
              <a:rPr lang="ko-KR" sz="900" b="1">
                <a:solidFill>
                  <a:schemeClr val="tx1"/>
                </a:solidFill>
              </a:rPr>
              <a:t>R</a:t>
            </a:r>
            <a:r>
              <a:rPr lang="ko-KR" sz="900" b="1">
                <a:solidFill>
                  <a:schemeClr val="tx1"/>
                </a:solidFill>
              </a:rPr>
              <a:t>eC</a:t>
            </a:r>
            <a:r>
              <a:rPr lang="ko-KR" sz="900" b="1">
                <a:solidFill>
                  <a:schemeClr val="tx1"/>
                </a:solidFill>
              </a:rPr>
              <a:t>A</a:t>
            </a:r>
            <a:r>
              <a:rPr lang="ko-KR" sz="900" b="1">
                <a:solidFill>
                  <a:schemeClr val="tx1"/>
                </a:solidFill>
              </a:rPr>
              <a:t>PTCHA </a:t>
            </a:r>
            <a:endParaRPr lang="ko-KR" altLang="en-US" sz="900" b="1">
              <a:solidFill>
                <a:schemeClr val="tx1"/>
              </a:solidFill>
            </a:endParaRPr>
          </a:p>
          <a:p>
            <a:pPr marL="0" indent="0" rtl="0" algn="ctr" defTabSz="508000" eaLnBrk="0" latinLnBrk="1" hangingPunct="1">
              <a:buFontTx/>
              <a:buNone/>
            </a:pPr>
            <a:r>
              <a:rPr lang="ko-KR" sz="900" b="1">
                <a:solidFill>
                  <a:schemeClr val="tx1"/>
                </a:solidFill>
              </a:rPr>
              <a:t>통과하지 </a:t>
            </a:r>
            <a:endParaRPr lang="ko-KR" altLang="en-US" sz="900" b="1">
              <a:solidFill>
                <a:schemeClr val="tx1"/>
              </a:solidFill>
            </a:endParaRPr>
          </a:p>
          <a:p>
            <a:pPr marL="0" indent="0" rtl="0" algn="ctr" defTabSz="508000" eaLnBrk="0" latinLnBrk="1" hangingPunct="1">
              <a:buFontTx/>
              <a:buNone/>
            </a:pPr>
            <a:r>
              <a:rPr lang="ko-KR" sz="900" b="1">
                <a:solidFill>
                  <a:schemeClr val="tx1"/>
                </a:solidFill>
              </a:rPr>
              <a:t>못하면 </a:t>
            </a:r>
            <a:endParaRPr lang="ko-KR" altLang="en-US" sz="900" b="1">
              <a:solidFill>
                <a:schemeClr val="tx1"/>
              </a:solidFill>
            </a:endParaRPr>
          </a:p>
          <a:p>
            <a:pPr marL="0" indent="0" rtl="0" algn="ctr" defTabSz="508000" eaLnBrk="0" latinLnBrk="1" hangingPunct="1">
              <a:buFontTx/>
              <a:buNone/>
            </a:pPr>
            <a:r>
              <a:rPr lang="ko-KR" sz="900" b="1">
                <a:solidFill>
                  <a:schemeClr val="tx1"/>
                </a:solidFill>
              </a:rPr>
              <a:t>회원가입 불가</a:t>
            </a:r>
            <a:endParaRPr lang="ko-KR" altLang="en-US" sz="900" b="1"/>
          </a:p>
        </p:txBody>
      </p:sp>
      <p:sp>
        <p:nvSpPr>
          <p:cNvPr id="29" name="도형 158"/>
          <p:cNvSpPr>
            <a:spLocks/>
          </p:cNvSpPr>
          <p:nvPr/>
        </p:nvSpPr>
        <p:spPr>
          <a:xfrm rot="0">
            <a:off x="8236585" y="4374515"/>
            <a:ext cx="2143125" cy="833120"/>
          </a:xfrm>
          <a:prstGeom prst="star12"/>
          <a:solidFill>
            <a:schemeClr val="bg1"/>
          </a:solidFill>
          <a:ln w="25400" cap="flat" cmpd="sng">
            <a:solidFill>
              <a:srgbClr val="FF0000">
                <a:alpha val="10000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508000" eaLnBrk="0" latinLnBrk="1" hangingPunct="1">
              <a:buFontTx/>
              <a:buNone/>
            </a:pPr>
            <a:r>
              <a:rPr lang="ko-KR" sz="900" b="1">
                <a:solidFill>
                  <a:schemeClr val="tx1"/>
                </a:solidFill>
              </a:rPr>
              <a:t>빈칸 존재시</a:t>
            </a:r>
            <a:endParaRPr lang="ko-KR" altLang="en-US" sz="900" b="1">
              <a:solidFill>
                <a:schemeClr val="tx1"/>
              </a:solidFill>
            </a:endParaRPr>
          </a:p>
          <a:p>
            <a:pPr marL="0" indent="0" rtl="0" algn="ctr" defTabSz="508000" eaLnBrk="0" latinLnBrk="1" hangingPunct="1">
              <a:buFontTx/>
              <a:buNone/>
            </a:pPr>
            <a:r>
              <a:rPr lang="ko-KR" sz="900" b="1">
                <a:solidFill>
                  <a:schemeClr val="tx1"/>
                </a:solidFill>
              </a:rPr>
              <a:t>경고창 출력</a:t>
            </a:r>
            <a:endParaRPr lang="ko-KR" altLang="en-US" sz="900" b="1">
              <a:solidFill>
                <a:schemeClr val="tx1"/>
              </a:solidFill>
            </a:endParaRPr>
          </a:p>
        </p:txBody>
      </p:sp>
      <p:sp>
        <p:nvSpPr>
          <p:cNvPr id="30" name="도형 165"/>
          <p:cNvSpPr>
            <a:spLocks/>
          </p:cNvSpPr>
          <p:nvPr/>
        </p:nvSpPr>
        <p:spPr>
          <a:xfrm rot="0">
            <a:off x="9558655" y="1959610"/>
            <a:ext cx="730250" cy="4429760"/>
          </a:xfrm>
          <a:prstGeom prst="arc">
            <a:avLst>
              <a:gd name="adj1" fmla="val 16200000"/>
              <a:gd name="adj2" fmla="val 5391233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  <p:cxnSp>
        <p:nvCxnSpPr>
          <p:cNvPr id="31" name="도형 166"/>
          <p:cNvCxnSpPr/>
          <p:nvPr/>
        </p:nvCxnSpPr>
        <p:spPr>
          <a:xfrm rot="0">
            <a:off x="10308590" y="4058920"/>
            <a:ext cx="640715" cy="635"/>
          </a:xfrm>
          <a:prstGeom prst="straightConnector1"/>
          <a:ln w="6350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도형 167"/>
          <p:cNvSpPr>
            <a:spLocks/>
          </p:cNvSpPr>
          <p:nvPr/>
        </p:nvSpPr>
        <p:spPr>
          <a:xfrm rot="0">
            <a:off x="11024870" y="3129915"/>
            <a:ext cx="614680" cy="1747520"/>
          </a:xfrm>
          <a:prstGeom prst="flowChartProcess"/>
          <a:solidFill>
            <a:srgbClr val="83A99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lang="ko-KR" sz="1800" b="1">
                <a:latin typeface="맑은 고딕" charset="0"/>
                <a:ea typeface="맑은 고딕" charset="0"/>
              </a:rPr>
              <a:t>1</a:t>
            </a:r>
            <a:r>
              <a:rPr lang="ko-KR" sz="1800" b="1">
                <a:latin typeface="맑은 고딕" charset="0"/>
                <a:ea typeface="맑은 고딕" charset="0"/>
              </a:rPr>
              <a:t>0.</a:t>
            </a:r>
            <a:r>
              <a:rPr lang="ko-KR" sz="1800" b="1">
                <a:latin typeface="맑은 고딕" charset="0"/>
                <a:ea typeface="맑은 고딕" charset="0"/>
              </a:rPr>
              <a:t> 가입완료</a:t>
            </a:r>
            <a:endParaRPr lang="ko-KR" altLang="en-US" sz="1800" b="1">
              <a:latin typeface="맑은 고딕" charset="0"/>
              <a:ea typeface="맑은 고딕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3"/>
          <p:cNvGraphicFramePr>
            <a:graphicFrameLocks noGrp="1"/>
          </p:cNvGraphicFramePr>
          <p:nvPr/>
        </p:nvGraphicFramePr>
        <p:xfrm>
          <a:off x="-635" y="1905"/>
          <a:ext cx="12198351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9175"/>
                <a:gridCol w="6099175"/>
              </a:tblGrid>
              <a:tr h="370840">
                <a:tc>
                  <a:txBody>
                    <a:bodyPr/>
                    <a:lstStyle/>
                    <a:p>
                      <a:pPr marL="0" indent="0" hangingPunct="1"/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PR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OC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ES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S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2252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hangingPunct="1"/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22523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681480" y="603885"/>
          <a:ext cx="8417560" cy="753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4390"/>
                <a:gridCol w="2104390"/>
                <a:gridCol w="2104390"/>
                <a:gridCol w="2104390"/>
              </a:tblGrid>
              <a:tr h="372745">
                <a:tc>
                  <a:txBody>
                    <a:bodyPr/>
                    <a:lstStyle/>
                    <a:p>
                      <a:pPr marL="0" indent="0" hangingPunct="1"/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단위 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프로세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스 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ID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2252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hangingPunct="1"/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G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R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O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O-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U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SER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2252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hangingPunct="1"/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프로세스명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2252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hangingPunct="1"/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계정설정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22523B"/>
                    </a:solidFill>
                  </a:tcPr>
                </a:tc>
              </a:tr>
              <a:tr h="380365">
                <a:tc>
                  <a:txBody>
                    <a:bodyPr/>
                    <a:lstStyle/>
                    <a:p>
                      <a:pPr marL="0" indent="0" hangingPunct="1"/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작성일자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2252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hangingPunct="1"/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20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25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.1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1.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0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8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2252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hangingPunct="1"/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작성자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2252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hangingPunct="1"/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정선회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22523B"/>
                    </a:solidFill>
                  </a:tcPr>
                </a:tc>
              </a:tr>
            </a:tbl>
          </a:graphicData>
        </a:graphic>
      </p:graphicFrame>
      <p:sp>
        <p:nvSpPr>
          <p:cNvPr id="5" name="Rect 0"/>
          <p:cNvSpPr txBox="1">
            <a:spLocks/>
          </p:cNvSpPr>
          <p:nvPr/>
        </p:nvSpPr>
        <p:spPr>
          <a:xfrm rot="0">
            <a:off x="5380990" y="1429385"/>
            <a:ext cx="2550160" cy="370205"/>
          </a:xfrm>
          <a:prstGeom prst="rect"/>
          <a:noFill/>
          <a:ln>
            <a:noFill/>
            <a:prstDash/>
          </a:ln>
        </p:spPr>
        <p:txBody>
          <a:bodyPr wrap="square" lIns="89535" tIns="46355" rIns="89535" bIns="46355" vert="horz" anchor="t">
            <a:spAutoFit/>
          </a:bodyPr>
          <a:lstStyle/>
          <a:p>
            <a:pPr marL="0" indent="0" algn="l" hangingPunct="1"/>
            <a:r>
              <a:rPr lang="ko-KR" sz="1800" b="1">
                <a:latin typeface="맑은 고딕" charset="0"/>
                <a:ea typeface="맑은 고딕" charset="0"/>
              </a:rPr>
              <a:t>회원</a:t>
            </a:r>
            <a:endParaRPr lang="ko-KR" altLang="en-US" sz="1800" b="1">
              <a:latin typeface="맑은 고딕" charset="0"/>
              <a:ea typeface="맑은 고딕" charset="0"/>
            </a:endParaRPr>
          </a:p>
        </p:txBody>
      </p:sp>
      <p:sp>
        <p:nvSpPr>
          <p:cNvPr id="6" name="Rect 0"/>
          <p:cNvSpPr>
            <a:spLocks/>
          </p:cNvSpPr>
          <p:nvPr/>
        </p:nvSpPr>
        <p:spPr>
          <a:xfrm rot="0">
            <a:off x="159385" y="3531235"/>
            <a:ext cx="1852295" cy="670560"/>
          </a:xfrm>
          <a:prstGeom prst="flowChartProcess"/>
          <a:solidFill>
            <a:srgbClr val="83A99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sz="1800" b="1">
                <a:latin typeface="맑은 고딕" charset="0"/>
                <a:ea typeface="맑은 고딕" charset="0"/>
              </a:rPr>
              <a:t>1</a:t>
            </a:r>
            <a:r>
              <a:rPr sz="1800" b="1">
                <a:latin typeface="맑은 고딕" charset="0"/>
                <a:ea typeface="맑은 고딕" charset="0"/>
              </a:rPr>
              <a:t>. 계정</a:t>
            </a:r>
            <a:r>
              <a:rPr lang="ko-KR" sz="1800" b="1">
                <a:latin typeface="맑은 고딕" charset="0"/>
                <a:ea typeface="맑은 고딕" charset="0"/>
              </a:rPr>
              <a:t>설정</a:t>
            </a:r>
            <a:endParaRPr lang="ko-KR" altLang="en-US" sz="1800" b="1">
              <a:latin typeface="맑은 고딕" charset="0"/>
              <a:ea typeface="맑은 고딕" charset="0"/>
            </a:endParaRPr>
          </a:p>
        </p:txBody>
      </p:sp>
      <p:cxnSp>
        <p:nvCxnSpPr>
          <p:cNvPr id="7" name="Rect 0"/>
          <p:cNvCxnSpPr/>
          <p:nvPr/>
        </p:nvCxnSpPr>
        <p:spPr>
          <a:xfrm rot="0" flipV="1">
            <a:off x="2150745" y="3809365"/>
            <a:ext cx="2729230" cy="10795"/>
          </a:xfrm>
          <a:prstGeom prst="straightConnector1"/>
          <a:ln w="6350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 0"/>
          <p:cNvSpPr>
            <a:spLocks/>
          </p:cNvSpPr>
          <p:nvPr/>
        </p:nvSpPr>
        <p:spPr>
          <a:xfrm rot="0">
            <a:off x="5380990" y="2768600"/>
            <a:ext cx="1978660" cy="384175"/>
          </a:xfrm>
          <a:prstGeom prst="flowChartProcess"/>
          <a:solidFill>
            <a:srgbClr val="83A99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lang="ko-KR" sz="1800" b="1">
                <a:latin typeface="맑은 고딕" charset="0"/>
                <a:ea typeface="맑은 고딕" charset="0"/>
              </a:rPr>
              <a:t>4</a:t>
            </a:r>
            <a:r>
              <a:rPr lang="ko-KR" sz="1800" b="1">
                <a:latin typeface="맑은 고딕" charset="0"/>
                <a:ea typeface="맑은 고딕" charset="0"/>
              </a:rPr>
              <a:t>. </a:t>
            </a:r>
            <a:r>
              <a:rPr lang="ko-KR" sz="1800" b="1">
                <a:latin typeface="맑은 고딕" charset="0"/>
                <a:ea typeface="맑은 고딕" charset="0"/>
              </a:rPr>
              <a:t>비밀번호 </a:t>
            </a:r>
            <a:r>
              <a:rPr lang="ko-KR" sz="1800" b="1">
                <a:latin typeface="맑은 고딕" charset="0"/>
                <a:ea typeface="맑은 고딕" charset="0"/>
              </a:rPr>
              <a:t>확</a:t>
            </a:r>
            <a:r>
              <a:rPr lang="ko-KR" sz="1800" b="1">
                <a:latin typeface="맑은 고딕" charset="0"/>
                <a:ea typeface="맑은 고딕" charset="0"/>
              </a:rPr>
              <a:t>인</a:t>
            </a:r>
            <a:endParaRPr lang="ko-KR" altLang="en-US" sz="1800" b="1">
              <a:latin typeface="맑은 고딕" charset="0"/>
              <a:ea typeface="맑은 고딕" charset="0"/>
            </a:endParaRPr>
          </a:p>
        </p:txBody>
      </p:sp>
      <p:sp>
        <p:nvSpPr>
          <p:cNvPr id="9" name="Rect 0"/>
          <p:cNvSpPr>
            <a:spLocks/>
          </p:cNvSpPr>
          <p:nvPr/>
        </p:nvSpPr>
        <p:spPr>
          <a:xfrm rot="0">
            <a:off x="5382260" y="2359660"/>
            <a:ext cx="1852295" cy="320675"/>
          </a:xfrm>
          <a:prstGeom prst="flowChartProcess"/>
          <a:solidFill>
            <a:srgbClr val="83A99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lang="ko-KR" sz="1800" b="1">
                <a:latin typeface="맑은 고딕" charset="0"/>
                <a:ea typeface="맑은 고딕" charset="0"/>
              </a:rPr>
              <a:t>3</a:t>
            </a:r>
            <a:r>
              <a:rPr lang="ko-KR" sz="1800" b="1">
                <a:latin typeface="맑은 고딕" charset="0"/>
                <a:ea typeface="맑은 고딕" charset="0"/>
              </a:rPr>
              <a:t>. </a:t>
            </a:r>
            <a:r>
              <a:rPr lang="ko-KR" sz="1800" b="1">
                <a:latin typeface="맑은 고딕" charset="0"/>
                <a:ea typeface="맑은 고딕" charset="0"/>
              </a:rPr>
              <a:t>비밀번호</a:t>
            </a:r>
            <a:endParaRPr lang="ko-KR" altLang="en-US" sz="1800" b="1">
              <a:latin typeface="맑은 고딕" charset="0"/>
              <a:ea typeface="맑은 고딕" charset="0"/>
            </a:endParaRPr>
          </a:p>
        </p:txBody>
      </p:sp>
      <p:sp>
        <p:nvSpPr>
          <p:cNvPr id="12" name="Rect 0"/>
          <p:cNvSpPr>
            <a:spLocks/>
          </p:cNvSpPr>
          <p:nvPr/>
        </p:nvSpPr>
        <p:spPr>
          <a:xfrm rot="0">
            <a:off x="5384165" y="4619625"/>
            <a:ext cx="1852295" cy="337185"/>
          </a:xfrm>
          <a:prstGeom prst="flowChartProcess"/>
          <a:solidFill>
            <a:srgbClr val="83A99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lang="ko-KR" sz="1800" b="1">
                <a:latin typeface="맑은 고딕" charset="0"/>
                <a:ea typeface="맑은 고딕" charset="0"/>
              </a:rPr>
              <a:t>7</a:t>
            </a:r>
            <a:r>
              <a:rPr sz="1800" b="1">
                <a:latin typeface="맑은 고딕" charset="0"/>
                <a:ea typeface="맑은 고딕" charset="0"/>
              </a:rPr>
              <a:t>. 주</a:t>
            </a:r>
            <a:r>
              <a:rPr lang="ko-KR" sz="1800" b="1">
                <a:latin typeface="맑은 고딕" charset="0"/>
                <a:ea typeface="맑은 고딕" charset="0"/>
              </a:rPr>
              <a:t>소</a:t>
            </a:r>
            <a:endParaRPr lang="ko-KR" altLang="en-US" sz="1800" b="1">
              <a:latin typeface="맑은 고딕" charset="0"/>
              <a:ea typeface="맑은 고딕" charset="0"/>
            </a:endParaRPr>
          </a:p>
        </p:txBody>
      </p:sp>
      <p:sp>
        <p:nvSpPr>
          <p:cNvPr id="14" name="Rect 0"/>
          <p:cNvSpPr>
            <a:spLocks/>
          </p:cNvSpPr>
          <p:nvPr/>
        </p:nvSpPr>
        <p:spPr>
          <a:xfrm rot="0">
            <a:off x="5376545" y="4107180"/>
            <a:ext cx="1852295" cy="332740"/>
          </a:xfrm>
          <a:prstGeom prst="flowChartProcess"/>
          <a:solidFill>
            <a:srgbClr val="83A99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lang="ko-KR" sz="1800" b="1">
                <a:latin typeface="맑은 고딕" charset="0"/>
                <a:ea typeface="맑은 고딕" charset="0"/>
              </a:rPr>
              <a:t>6</a:t>
            </a:r>
            <a:r>
              <a:rPr lang="ko-KR" sz="1800" b="1">
                <a:latin typeface="맑은 고딕" charset="0"/>
                <a:ea typeface="맑은 고딕" charset="0"/>
              </a:rPr>
              <a:t>. 이메</a:t>
            </a:r>
            <a:r>
              <a:rPr lang="ko-KR" sz="1800" b="1">
                <a:latin typeface="맑은 고딕" charset="0"/>
                <a:ea typeface="맑은 고딕" charset="0"/>
              </a:rPr>
              <a:t>일</a:t>
            </a:r>
            <a:endParaRPr lang="ko-KR" altLang="en-US" sz="1800" b="1">
              <a:latin typeface="맑은 고딕" charset="0"/>
              <a:ea typeface="맑은 고딕" charset="0"/>
            </a:endParaRPr>
          </a:p>
        </p:txBody>
      </p:sp>
      <p:sp>
        <p:nvSpPr>
          <p:cNvPr id="15" name="Rect 0"/>
          <p:cNvSpPr>
            <a:spLocks/>
          </p:cNvSpPr>
          <p:nvPr/>
        </p:nvSpPr>
        <p:spPr>
          <a:xfrm rot="0">
            <a:off x="5377815" y="3299460"/>
            <a:ext cx="1852295" cy="641985"/>
          </a:xfrm>
          <a:prstGeom prst="flowChartProcess"/>
          <a:solidFill>
            <a:srgbClr val="83A99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lang="ko-KR" sz="1800" b="1">
                <a:latin typeface="맑은 고딕" charset="0"/>
                <a:ea typeface="맑은 고딕" charset="0"/>
              </a:rPr>
              <a:t>5.</a:t>
            </a:r>
            <a:r>
              <a:rPr lang="ko-KR" sz="1800" b="1">
                <a:latin typeface="맑은 고딕" charset="0"/>
                <a:ea typeface="맑은 고딕" charset="0"/>
              </a:rPr>
              <a:t> </a:t>
            </a:r>
            <a:r>
              <a:rPr lang="ko-KR" sz="1800" b="1">
                <a:latin typeface="맑은 고딕" charset="0"/>
                <a:ea typeface="맑은 고딕" charset="0"/>
              </a:rPr>
              <a:t>주민번호 </a:t>
            </a:r>
            <a:endParaRPr lang="ko-KR" altLang="en-US" sz="1800" b="1">
              <a:latin typeface="맑은 고딕" charset="0"/>
              <a:ea typeface="맑은 고딕" charset="0"/>
            </a:endParaRPr>
          </a:p>
          <a:p>
            <a:pPr marL="0" indent="0" algn="ctr" hangingPunct="1"/>
            <a:r>
              <a:rPr lang="ko-KR" sz="1800" b="1">
                <a:latin typeface="맑은 고딕" charset="0"/>
                <a:ea typeface="맑은 고딕" charset="0"/>
              </a:rPr>
              <a:t>앞자</a:t>
            </a:r>
            <a:r>
              <a:rPr lang="ko-KR" sz="1800" b="1">
                <a:latin typeface="맑은 고딕" charset="0"/>
                <a:ea typeface="맑은 고딕" charset="0"/>
              </a:rPr>
              <a:t>리</a:t>
            </a:r>
            <a:r>
              <a:rPr lang="ko-KR" sz="1800" b="1">
                <a:latin typeface="맑은 고딕" charset="0"/>
                <a:ea typeface="맑은 고딕" charset="0"/>
              </a:rPr>
              <a:t> / 뒷자</a:t>
            </a:r>
            <a:r>
              <a:rPr lang="ko-KR" sz="1800" b="1">
                <a:latin typeface="맑은 고딕" charset="0"/>
                <a:ea typeface="맑은 고딕" charset="0"/>
              </a:rPr>
              <a:t>리</a:t>
            </a:r>
            <a:endParaRPr lang="ko-KR" altLang="en-US" sz="1800" b="1">
              <a:latin typeface="맑은 고딕" charset="0"/>
              <a:ea typeface="맑은 고딕" charset="0"/>
            </a:endParaRPr>
          </a:p>
        </p:txBody>
      </p:sp>
      <p:sp>
        <p:nvSpPr>
          <p:cNvPr id="16" name="Rect 0"/>
          <p:cNvSpPr>
            <a:spLocks/>
          </p:cNvSpPr>
          <p:nvPr/>
        </p:nvSpPr>
        <p:spPr>
          <a:xfrm rot="0">
            <a:off x="5375910" y="5099050"/>
            <a:ext cx="1852295" cy="328930"/>
          </a:xfrm>
          <a:prstGeom prst="flowChartProcess"/>
          <a:solidFill>
            <a:srgbClr val="83A99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lang="ko-KR" sz="1800" b="1">
                <a:latin typeface="맑은 고딕" charset="0"/>
                <a:ea typeface="맑은 고딕" charset="0"/>
              </a:rPr>
              <a:t>8</a:t>
            </a:r>
            <a:r>
              <a:rPr sz="1800" b="1">
                <a:latin typeface="맑은 고딕" charset="0"/>
                <a:ea typeface="맑은 고딕" charset="0"/>
              </a:rPr>
              <a:t>. </a:t>
            </a:r>
            <a:r>
              <a:rPr lang="ko-KR" sz="1800" b="1">
                <a:latin typeface="맑은 고딕" charset="0"/>
                <a:ea typeface="맑은 고딕" charset="0"/>
              </a:rPr>
              <a:t>관심분야</a:t>
            </a:r>
            <a:endParaRPr lang="ko-KR" altLang="en-US" sz="1800" b="1">
              <a:latin typeface="맑은 고딕" charset="0"/>
              <a:ea typeface="맑은 고딕" charset="0"/>
            </a:endParaRPr>
          </a:p>
        </p:txBody>
      </p:sp>
      <p:sp>
        <p:nvSpPr>
          <p:cNvPr id="17" name="Rect 0"/>
          <p:cNvSpPr>
            <a:spLocks/>
          </p:cNvSpPr>
          <p:nvPr/>
        </p:nvSpPr>
        <p:spPr>
          <a:xfrm rot="0" flipH="1">
            <a:off x="5009515" y="2459355"/>
            <a:ext cx="280670" cy="2960370"/>
          </a:xfrm>
          <a:prstGeom prst="arc">
            <a:avLst>
              <a:gd name="adj1" fmla="val 16200000"/>
              <a:gd name="adj2" fmla="val 5264659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18" name="Rect 0"/>
          <p:cNvSpPr>
            <a:spLocks/>
          </p:cNvSpPr>
          <p:nvPr/>
        </p:nvSpPr>
        <p:spPr>
          <a:xfrm rot="0">
            <a:off x="7320280" y="2421255"/>
            <a:ext cx="279400" cy="3088005"/>
          </a:xfrm>
          <a:prstGeom prst="arc">
            <a:avLst>
              <a:gd name="adj1" fmla="val 16200000"/>
              <a:gd name="adj2" fmla="val 5264659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  <p:cxnSp>
        <p:nvCxnSpPr>
          <p:cNvPr id="19" name="Rect 0"/>
          <p:cNvCxnSpPr/>
          <p:nvPr/>
        </p:nvCxnSpPr>
        <p:spPr>
          <a:xfrm rot="0">
            <a:off x="7599045" y="3939540"/>
            <a:ext cx="2410460" cy="635"/>
          </a:xfrm>
          <a:prstGeom prst="straightConnector1"/>
          <a:ln w="6350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 0"/>
          <p:cNvSpPr>
            <a:spLocks/>
          </p:cNvSpPr>
          <p:nvPr/>
        </p:nvSpPr>
        <p:spPr>
          <a:xfrm rot="0">
            <a:off x="7653655" y="2289175"/>
            <a:ext cx="1765935" cy="833120"/>
          </a:xfrm>
          <a:prstGeom prst="star12"/>
          <a:solidFill>
            <a:schemeClr val="bg1"/>
          </a:solidFill>
          <a:ln w="25400" cap="flat" cmpd="sng">
            <a:solidFill>
              <a:srgbClr val="FF0000">
                <a:alpha val="10000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508000" eaLnBrk="0" latinLnBrk="1" hangingPunct="1">
              <a:buFontTx/>
              <a:buNone/>
            </a:pPr>
            <a:r>
              <a:rPr lang="ko-KR" sz="900" cap="none" b="1" strike="noStrike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비멀번호,</a:t>
            </a:r>
            <a:endParaRPr lang="ko-KR" altLang="en-US" sz="900" cap="none" b="1" strike="noStrike">
              <a:solidFill>
                <a:schemeClr val="tx1"/>
              </a:solidFill>
              <a:latin typeface="맑은 고딕" charset="0"/>
              <a:ea typeface="맑은 고딕" charset="0"/>
              <a:sym typeface="맑은 고딕" charset="0"/>
            </a:endParaRPr>
          </a:p>
          <a:p>
            <a:pPr marL="0" indent="0" rtl="0" algn="ctr" defTabSz="508000" eaLnBrk="0" latinLnBrk="1" hangingPunct="1">
              <a:buFontTx/>
              <a:buNone/>
            </a:pPr>
            <a:r>
              <a:rPr lang="ko-KR" sz="900" cap="none" b="1" strike="noStrike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비밀번호 확인</a:t>
            </a:r>
            <a:endParaRPr lang="ko-KR" altLang="en-US" sz="900" cap="none" b="1" strike="noStrike">
              <a:solidFill>
                <a:schemeClr val="tx1"/>
              </a:solidFill>
              <a:latin typeface="맑은 고딕" charset="0"/>
              <a:ea typeface="맑은 고딕" charset="0"/>
              <a:sym typeface="맑은 고딕" charset="0"/>
            </a:endParaRPr>
          </a:p>
          <a:p>
            <a:pPr marL="0" indent="0" rtl="0" algn="ctr" defTabSz="508000" eaLnBrk="0" latinLnBrk="1" hangingPunct="1">
              <a:buFontTx/>
              <a:buNone/>
            </a:pPr>
            <a:r>
              <a:rPr lang="ko-KR" sz="900" cap="none" b="1" strike="noStrike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일치해야함</a:t>
            </a:r>
            <a:endParaRPr lang="ko-KR" altLang="en-US" sz="900" cap="none" b="1" strike="noStrike">
              <a:solidFill>
                <a:schemeClr val="tx1"/>
              </a:solidFill>
              <a:latin typeface="맑은 고딕" charset="0"/>
              <a:ea typeface="맑은 고딕" charset="0"/>
              <a:sym typeface="맑은 고딕" charset="0"/>
            </a:endParaRPr>
          </a:p>
        </p:txBody>
      </p:sp>
      <p:sp>
        <p:nvSpPr>
          <p:cNvPr id="21" name="Rect 0"/>
          <p:cNvSpPr>
            <a:spLocks/>
          </p:cNvSpPr>
          <p:nvPr/>
        </p:nvSpPr>
        <p:spPr>
          <a:xfrm rot="0">
            <a:off x="10199370" y="3602355"/>
            <a:ext cx="1852295" cy="670560"/>
          </a:xfrm>
          <a:prstGeom prst="flowChartProcess"/>
          <a:solidFill>
            <a:srgbClr val="83A99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lang="ko-KR" sz="1800" b="1">
                <a:latin typeface="맑은 고딕" charset="0"/>
                <a:ea typeface="맑은 고딕" charset="0"/>
              </a:rPr>
              <a:t>1</a:t>
            </a:r>
            <a:r>
              <a:rPr lang="ko-KR" sz="1800" b="1">
                <a:latin typeface="맑은 고딕" charset="0"/>
                <a:ea typeface="맑은 고딕" charset="0"/>
              </a:rPr>
              <a:t>0. </a:t>
            </a:r>
            <a:r>
              <a:rPr sz="1800" b="1">
                <a:latin typeface="맑은 고딕" charset="0"/>
                <a:ea typeface="맑은 고딕" charset="0"/>
              </a:rPr>
              <a:t>회원</a:t>
            </a:r>
            <a:r>
              <a:rPr lang="ko-KR" sz="1800" b="1">
                <a:latin typeface="맑은 고딕" charset="0"/>
                <a:ea typeface="맑은 고딕" charset="0"/>
              </a:rPr>
              <a:t>정보 </a:t>
            </a:r>
            <a:r>
              <a:rPr lang="ko-KR" sz="1800" b="1">
                <a:latin typeface="맑은 고딕" charset="0"/>
                <a:ea typeface="맑은 고딕" charset="0"/>
              </a:rPr>
              <a:t>수</a:t>
            </a:r>
            <a:r>
              <a:rPr lang="ko-KR" sz="1800" b="1">
                <a:latin typeface="맑은 고딕" charset="0"/>
                <a:ea typeface="맑은 고딕" charset="0"/>
              </a:rPr>
              <a:t>정</a:t>
            </a:r>
            <a:endParaRPr lang="ko-KR" altLang="en-US" sz="1800" b="1">
              <a:latin typeface="맑은 고딕" charset="0"/>
              <a:ea typeface="맑은 고딕" charset="0"/>
            </a:endParaRPr>
          </a:p>
        </p:txBody>
      </p:sp>
      <p:cxnSp>
        <p:nvCxnSpPr>
          <p:cNvPr id="22" name="Rect 0"/>
          <p:cNvCxnSpPr/>
          <p:nvPr/>
        </p:nvCxnSpPr>
        <p:spPr>
          <a:xfrm rot="0">
            <a:off x="2179320" y="6189345"/>
            <a:ext cx="2952115" cy="2540"/>
          </a:xfrm>
          <a:prstGeom prst="straightConnector1"/>
          <a:ln w="6350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Rect 0"/>
          <p:cNvCxnSpPr/>
          <p:nvPr/>
        </p:nvCxnSpPr>
        <p:spPr>
          <a:xfrm rot="0">
            <a:off x="2150110" y="3809365"/>
            <a:ext cx="29845" cy="2370455"/>
          </a:xfrm>
          <a:prstGeom prst="line"/>
          <a:ln w="6350" cap="flat" cmpd="sng">
            <a:prstDash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 0"/>
          <p:cNvSpPr>
            <a:spLocks/>
          </p:cNvSpPr>
          <p:nvPr/>
        </p:nvSpPr>
        <p:spPr>
          <a:xfrm rot="0">
            <a:off x="5380355" y="5772785"/>
            <a:ext cx="1852295" cy="670560"/>
          </a:xfrm>
          <a:prstGeom prst="flowChartProcess"/>
          <a:solidFill>
            <a:srgbClr val="83A99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lang="ko-KR" sz="1800" b="1">
                <a:latin typeface="맑은 고딕" charset="0"/>
                <a:ea typeface="맑은 고딕" charset="0"/>
              </a:rPr>
              <a:t>9</a:t>
            </a:r>
            <a:r>
              <a:rPr lang="ko-KR" sz="1800" b="1">
                <a:latin typeface="맑은 고딕" charset="0"/>
                <a:ea typeface="맑은 고딕" charset="0"/>
              </a:rPr>
              <a:t>. </a:t>
            </a:r>
            <a:r>
              <a:rPr lang="ko-KR" sz="1800" b="1">
                <a:latin typeface="맑은 고딕" charset="0"/>
                <a:ea typeface="맑은 고딕" charset="0"/>
              </a:rPr>
              <a:t>회원탈퇴</a:t>
            </a:r>
            <a:endParaRPr lang="ko-KR" altLang="en-US" sz="1800" b="1">
              <a:latin typeface="맑은 고딕" charset="0"/>
              <a:ea typeface="맑은 고딕" charset="0"/>
            </a:endParaRPr>
          </a:p>
        </p:txBody>
      </p:sp>
      <p:cxnSp>
        <p:nvCxnSpPr>
          <p:cNvPr id="25" name="Rect 0"/>
          <p:cNvCxnSpPr/>
          <p:nvPr/>
        </p:nvCxnSpPr>
        <p:spPr>
          <a:xfrm rot="0" flipH="1">
            <a:off x="2162175" y="1929765"/>
            <a:ext cx="8255" cy="1911985"/>
          </a:xfrm>
          <a:prstGeom prst="line"/>
          <a:ln w="6350" cap="flat" cmpd="sng">
            <a:prstDash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Rect 0"/>
          <p:cNvCxnSpPr/>
          <p:nvPr/>
        </p:nvCxnSpPr>
        <p:spPr>
          <a:xfrm rot="0">
            <a:off x="2172335" y="1941830"/>
            <a:ext cx="610235" cy="635"/>
          </a:xfrm>
          <a:prstGeom prst="straightConnector1"/>
          <a:ln w="6350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 0"/>
          <p:cNvSpPr>
            <a:spLocks/>
          </p:cNvSpPr>
          <p:nvPr/>
        </p:nvSpPr>
        <p:spPr>
          <a:xfrm rot="0">
            <a:off x="2934970" y="1800860"/>
            <a:ext cx="1852295" cy="320675"/>
          </a:xfrm>
          <a:prstGeom prst="flowChartProcess"/>
          <a:solidFill>
            <a:srgbClr val="83A99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lang="ko-KR" sz="1800" b="1">
                <a:latin typeface="맑은 고딕" charset="0"/>
                <a:ea typeface="맑은 고딕" charset="0"/>
              </a:rPr>
              <a:t>2</a:t>
            </a:r>
            <a:r>
              <a:rPr lang="ko-KR" sz="1800" b="1">
                <a:latin typeface="맑은 고딕" charset="0"/>
                <a:ea typeface="맑은 고딕" charset="0"/>
              </a:rPr>
              <a:t>. </a:t>
            </a:r>
            <a:r>
              <a:rPr lang="ko-KR" sz="1800" b="1">
                <a:latin typeface="맑은 고딕" charset="0"/>
                <a:ea typeface="맑은 고딕" charset="0"/>
              </a:rPr>
              <a:t>취소</a:t>
            </a:r>
            <a:endParaRPr lang="ko-KR" altLang="en-US" sz="1800" b="1">
              <a:latin typeface="맑은 고딕" charset="0"/>
              <a:ea typeface="맑은 고딕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3"/>
          <p:cNvGraphicFramePr>
            <a:graphicFrameLocks noGrp="1"/>
          </p:cNvGraphicFramePr>
          <p:nvPr/>
        </p:nvGraphicFramePr>
        <p:xfrm>
          <a:off x="-635" y="1905"/>
          <a:ext cx="12198351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9175"/>
                <a:gridCol w="6099175"/>
              </a:tblGrid>
              <a:tr h="370840">
                <a:tc>
                  <a:txBody>
                    <a:bodyPr/>
                    <a:lstStyle/>
                    <a:p>
                      <a:pPr marL="0" indent="0" hangingPunct="1"/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PR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OC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ES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S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2252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hangingPunct="1"/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22523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681480" y="629920"/>
          <a:ext cx="8417560" cy="7512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4390"/>
                <a:gridCol w="2104390"/>
                <a:gridCol w="2104390"/>
                <a:gridCol w="2104390"/>
              </a:tblGrid>
              <a:tr h="370840">
                <a:tc>
                  <a:txBody>
                    <a:bodyPr/>
                    <a:lstStyle/>
                    <a:p>
                      <a:pPr marL="0" indent="0" hangingPunct="1"/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단위 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프로세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스 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ID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2252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hangingPunct="1"/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G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R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O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O-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U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SER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2252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hangingPunct="1"/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프로세스명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2252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hangingPunct="1"/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메인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22523B"/>
                    </a:solidFill>
                  </a:tcPr>
                </a:tc>
              </a:tr>
              <a:tr h="380365">
                <a:tc>
                  <a:txBody>
                    <a:bodyPr/>
                    <a:lstStyle/>
                    <a:p>
                      <a:pPr marL="0" indent="0" hangingPunct="1"/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작성일자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2252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hangingPunct="1"/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20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25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.1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1.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0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8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2252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hangingPunct="1"/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작성자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2252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hangingPunct="1"/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정선회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22523B"/>
                    </a:solidFill>
                  </a:tcPr>
                </a:tc>
              </a:tr>
            </a:tbl>
          </a:graphicData>
        </a:graphic>
      </p:graphicFrame>
      <p:sp>
        <p:nvSpPr>
          <p:cNvPr id="5" name="Rect 0"/>
          <p:cNvSpPr txBox="1">
            <a:spLocks/>
          </p:cNvSpPr>
          <p:nvPr/>
        </p:nvSpPr>
        <p:spPr>
          <a:xfrm rot="0">
            <a:off x="5380990" y="1429385"/>
            <a:ext cx="2550160" cy="370205"/>
          </a:xfrm>
          <a:prstGeom prst="rect"/>
          <a:noFill/>
          <a:ln>
            <a:noFill/>
            <a:prstDash/>
          </a:ln>
        </p:spPr>
        <p:txBody>
          <a:bodyPr wrap="square" lIns="89535" tIns="46355" rIns="89535" bIns="46355" vert="horz" anchor="t">
            <a:spAutoFit/>
          </a:bodyPr>
          <a:lstStyle/>
          <a:p>
            <a:pPr marL="0" indent="0" algn="l" hangingPunct="1"/>
            <a:r>
              <a:rPr lang="ko-KR" sz="1800" b="1">
                <a:latin typeface="맑은 고딕" charset="0"/>
                <a:ea typeface="맑은 고딕" charset="0"/>
              </a:rPr>
              <a:t>회원</a:t>
            </a:r>
            <a:endParaRPr lang="ko-KR" altLang="en-US" sz="1800" b="1">
              <a:latin typeface="맑은 고딕" charset="0"/>
              <a:ea typeface="맑은 고딕" charset="0"/>
            </a:endParaRPr>
          </a:p>
        </p:txBody>
      </p:sp>
      <p:sp>
        <p:nvSpPr>
          <p:cNvPr id="7" name="도형 207"/>
          <p:cNvSpPr>
            <a:spLocks/>
          </p:cNvSpPr>
          <p:nvPr/>
        </p:nvSpPr>
        <p:spPr>
          <a:xfrm rot="0">
            <a:off x="3370580" y="1972945"/>
            <a:ext cx="1852295" cy="327025"/>
          </a:xfrm>
          <a:prstGeom prst="flowChartProcess"/>
          <a:solidFill>
            <a:srgbClr val="83A99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lang="ko-KR" sz="1800" b="1">
                <a:latin typeface="맑은 고딕" charset="0"/>
                <a:ea typeface="맑은 고딕" charset="0"/>
              </a:rPr>
              <a:t>H</a:t>
            </a:r>
            <a:r>
              <a:rPr lang="ko-KR" sz="1800" b="1">
                <a:latin typeface="맑은 고딕" charset="0"/>
                <a:ea typeface="맑은 고딕" charset="0"/>
              </a:rPr>
              <a:t>OME</a:t>
            </a:r>
            <a:endParaRPr lang="ko-KR" altLang="en-US" sz="1800" b="1">
              <a:latin typeface="맑은 고딕" charset="0"/>
              <a:ea typeface="맑은 고딕" charset="0"/>
            </a:endParaRPr>
          </a:p>
        </p:txBody>
      </p:sp>
      <p:cxnSp>
        <p:nvCxnSpPr>
          <p:cNvPr id="13" name="도형 214"/>
          <p:cNvCxnSpPr/>
          <p:nvPr/>
        </p:nvCxnSpPr>
        <p:spPr>
          <a:xfrm rot="0" flipV="1">
            <a:off x="5389245" y="2179320"/>
            <a:ext cx="710565" cy="10795"/>
          </a:xfrm>
          <a:prstGeom prst="straightConnector1"/>
          <a:ln w="6350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도형 215"/>
          <p:cNvSpPr>
            <a:spLocks/>
          </p:cNvSpPr>
          <p:nvPr/>
        </p:nvSpPr>
        <p:spPr>
          <a:xfrm rot="0">
            <a:off x="6292215" y="1845310"/>
            <a:ext cx="1852295" cy="670560"/>
          </a:xfrm>
          <a:prstGeom prst="flowChartProcess"/>
          <a:solidFill>
            <a:srgbClr val="83A99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sz="1800" b="1">
                <a:latin typeface="맑은 고딕" charset="0"/>
                <a:ea typeface="맑은 고딕" charset="0"/>
              </a:rPr>
              <a:t>메</a:t>
            </a:r>
            <a:r>
              <a:rPr lang="ko-KR" sz="1800" b="1">
                <a:latin typeface="맑은 고딕" charset="0"/>
                <a:ea typeface="맑은 고딕" charset="0"/>
              </a:rPr>
              <a:t>인</a:t>
            </a:r>
            <a:endParaRPr lang="ko-KR" altLang="en-US" sz="1800" b="1">
              <a:latin typeface="맑은 고딕" charset="0"/>
              <a:ea typeface="맑은 고딕" charset="0"/>
            </a:endParaRPr>
          </a:p>
        </p:txBody>
      </p:sp>
      <p:sp>
        <p:nvSpPr>
          <p:cNvPr id="15" name="도형 216"/>
          <p:cNvSpPr>
            <a:spLocks/>
          </p:cNvSpPr>
          <p:nvPr/>
        </p:nvSpPr>
        <p:spPr>
          <a:xfrm rot="0">
            <a:off x="6285230" y="2709545"/>
            <a:ext cx="1852295" cy="1120775"/>
          </a:xfrm>
          <a:prstGeom prst="flowChartProcess"/>
          <a:solidFill>
            <a:srgbClr val="83A99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sz="1800" b="1">
                <a:latin typeface="맑은 고딕" charset="0"/>
                <a:ea typeface="맑은 고딕" charset="0"/>
              </a:rPr>
              <a:t>공지사</a:t>
            </a:r>
            <a:r>
              <a:rPr lang="ko-KR" sz="1800" b="1">
                <a:latin typeface="맑은 고딕" charset="0"/>
                <a:ea typeface="맑은 고딕" charset="0"/>
              </a:rPr>
              <a:t>항</a:t>
            </a:r>
            <a:endParaRPr lang="ko-KR" altLang="en-US" sz="1800" b="1">
              <a:latin typeface="맑은 고딕" charset="0"/>
              <a:ea typeface="맑은 고딕" charset="0"/>
            </a:endParaRPr>
          </a:p>
          <a:p>
            <a:pPr marL="0" indent="0" algn="ctr" hangingPunct="1"/>
            <a:r>
              <a:rPr lang="ko-KR" sz="1800" b="1">
                <a:latin typeface="맑은 고딕" charset="0"/>
                <a:ea typeface="맑은 고딕" charset="0"/>
              </a:rPr>
              <a:t>베스</a:t>
            </a:r>
            <a:r>
              <a:rPr lang="ko-KR" sz="1800" b="1">
                <a:latin typeface="맑은 고딕" charset="0"/>
                <a:ea typeface="맑은 고딕" charset="0"/>
              </a:rPr>
              <a:t>트 </a:t>
            </a:r>
            <a:r>
              <a:rPr lang="ko-KR" sz="1800" b="1">
                <a:latin typeface="맑은 고딕" charset="0"/>
                <a:ea typeface="맑은 고딕" charset="0"/>
              </a:rPr>
              <a:t>게시</a:t>
            </a:r>
            <a:r>
              <a:rPr lang="ko-KR" sz="1800" b="1">
                <a:latin typeface="맑은 고딕" charset="0"/>
                <a:ea typeface="맑은 고딕" charset="0"/>
              </a:rPr>
              <a:t>판</a:t>
            </a:r>
            <a:endParaRPr lang="ko-KR" altLang="en-US" sz="1800" b="1">
              <a:latin typeface="맑은 고딕" charset="0"/>
              <a:ea typeface="맑은 고딕" charset="0"/>
            </a:endParaRPr>
          </a:p>
          <a:p>
            <a:pPr marL="0" indent="0" algn="ctr" hangingPunct="1"/>
            <a:r>
              <a:rPr lang="ko-KR" sz="1800" b="1">
                <a:latin typeface="맑은 고딕" charset="0"/>
                <a:ea typeface="맑은 고딕" charset="0"/>
              </a:rPr>
              <a:t>자유게시</a:t>
            </a:r>
            <a:r>
              <a:rPr lang="ko-KR" sz="1800" b="1">
                <a:latin typeface="맑은 고딕" charset="0"/>
                <a:ea typeface="맑은 고딕" charset="0"/>
              </a:rPr>
              <a:t>판</a:t>
            </a:r>
            <a:endParaRPr lang="ko-KR" altLang="en-US" sz="1800" b="1">
              <a:latin typeface="맑은 고딕" charset="0"/>
              <a:ea typeface="맑은 고딕" charset="0"/>
            </a:endParaRPr>
          </a:p>
        </p:txBody>
      </p:sp>
      <p:cxnSp>
        <p:nvCxnSpPr>
          <p:cNvPr id="16" name="도형 217"/>
          <p:cNvCxnSpPr/>
          <p:nvPr/>
        </p:nvCxnSpPr>
        <p:spPr>
          <a:xfrm rot="0">
            <a:off x="5389245" y="3189605"/>
            <a:ext cx="730250" cy="10160"/>
          </a:xfrm>
          <a:prstGeom prst="straightConnector1"/>
          <a:ln w="6350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도형 218"/>
          <p:cNvSpPr>
            <a:spLocks/>
          </p:cNvSpPr>
          <p:nvPr/>
        </p:nvSpPr>
        <p:spPr>
          <a:xfrm rot="0">
            <a:off x="6287135" y="3990340"/>
            <a:ext cx="1852295" cy="1120775"/>
          </a:xfrm>
          <a:prstGeom prst="flowChartProcess"/>
          <a:solidFill>
            <a:srgbClr val="83A99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lang="ko-KR" sz="1800" b="1">
                <a:latin typeface="맑은 고딕" charset="0"/>
                <a:ea typeface="맑은 고딕" charset="0"/>
              </a:rPr>
              <a:t>팀 </a:t>
            </a:r>
            <a:r>
              <a:rPr lang="ko-KR" sz="1800" b="1">
                <a:latin typeface="맑은 고딕" charset="0"/>
                <a:ea typeface="맑은 고딕" charset="0"/>
              </a:rPr>
              <a:t>생</a:t>
            </a:r>
            <a:r>
              <a:rPr lang="ko-KR" sz="1800" b="1">
                <a:latin typeface="맑은 고딕" charset="0"/>
                <a:ea typeface="맑은 고딕" charset="0"/>
              </a:rPr>
              <a:t>성</a:t>
            </a:r>
            <a:endParaRPr lang="ko-KR" altLang="en-US" sz="1800" b="1">
              <a:latin typeface="맑은 고딕" charset="0"/>
              <a:ea typeface="맑은 고딕" charset="0"/>
            </a:endParaRPr>
          </a:p>
          <a:p>
            <a:pPr marL="0" indent="0" algn="ctr" hangingPunct="1"/>
            <a:r>
              <a:rPr lang="ko-KR" sz="1800" b="1">
                <a:latin typeface="맑은 고딕" charset="0"/>
                <a:ea typeface="맑은 고딕" charset="0"/>
              </a:rPr>
              <a:t>팀 </a:t>
            </a:r>
            <a:r>
              <a:rPr lang="ko-KR" sz="1800" b="1">
                <a:latin typeface="맑은 고딕" charset="0"/>
                <a:ea typeface="맑은 고딕" charset="0"/>
              </a:rPr>
              <a:t>보</a:t>
            </a:r>
            <a:r>
              <a:rPr lang="ko-KR" sz="1800" b="1">
                <a:latin typeface="맑은 고딕" charset="0"/>
                <a:ea typeface="맑은 고딕" charset="0"/>
              </a:rPr>
              <a:t>기</a:t>
            </a:r>
            <a:endParaRPr lang="ko-KR" altLang="en-US" sz="1800" b="1">
              <a:latin typeface="맑은 고딕" charset="0"/>
              <a:ea typeface="맑은 고딕" charset="0"/>
            </a:endParaRPr>
          </a:p>
        </p:txBody>
      </p:sp>
      <p:cxnSp>
        <p:nvCxnSpPr>
          <p:cNvPr id="18" name="도형 219"/>
          <p:cNvCxnSpPr/>
          <p:nvPr/>
        </p:nvCxnSpPr>
        <p:spPr>
          <a:xfrm rot="0">
            <a:off x="5389245" y="3949065"/>
            <a:ext cx="720725" cy="351155"/>
          </a:xfrm>
          <a:prstGeom prst="straightConnector1"/>
          <a:ln w="6350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도형 224"/>
          <p:cNvCxnSpPr/>
          <p:nvPr/>
        </p:nvCxnSpPr>
        <p:spPr>
          <a:xfrm rot="0">
            <a:off x="5359400" y="6339205"/>
            <a:ext cx="750570" cy="20320"/>
          </a:xfrm>
          <a:prstGeom prst="straightConnector1"/>
          <a:ln w="6350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도형 225"/>
          <p:cNvSpPr>
            <a:spLocks/>
          </p:cNvSpPr>
          <p:nvPr/>
        </p:nvSpPr>
        <p:spPr>
          <a:xfrm rot="0">
            <a:off x="6294120" y="6116320"/>
            <a:ext cx="1852295" cy="670560"/>
          </a:xfrm>
          <a:prstGeom prst="flowChartProcess"/>
          <a:solidFill>
            <a:srgbClr val="83A99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lang="ko-KR" sz="1800" b="1">
                <a:latin typeface="맑은 고딕" charset="0"/>
                <a:ea typeface="맑은 고딕" charset="0"/>
              </a:rPr>
              <a:t>스터디 </a:t>
            </a:r>
            <a:endParaRPr lang="ko-KR" altLang="en-US" sz="1800" b="1">
              <a:latin typeface="맑은 고딕" charset="0"/>
              <a:ea typeface="맑은 고딕" charset="0"/>
            </a:endParaRPr>
          </a:p>
          <a:p>
            <a:pPr marL="0" indent="0" algn="ctr" hangingPunct="1"/>
            <a:r>
              <a:rPr lang="ko-KR" sz="1800" b="1">
                <a:latin typeface="맑은 고딕" charset="0"/>
                <a:ea typeface="맑은 고딕" charset="0"/>
              </a:rPr>
              <a:t>상세페이</a:t>
            </a:r>
            <a:r>
              <a:rPr lang="ko-KR" sz="1800" b="1">
                <a:latin typeface="맑은 고딕" charset="0"/>
                <a:ea typeface="맑은 고딕" charset="0"/>
              </a:rPr>
              <a:t>지</a:t>
            </a:r>
            <a:endParaRPr lang="ko-KR" altLang="en-US" sz="1800" b="1">
              <a:latin typeface="맑은 고딕" charset="0"/>
              <a:ea typeface="맑은 고딕" charset="0"/>
            </a:endParaRPr>
          </a:p>
        </p:txBody>
      </p:sp>
      <p:sp>
        <p:nvSpPr>
          <p:cNvPr id="25" name="도형 228"/>
          <p:cNvSpPr>
            <a:spLocks/>
          </p:cNvSpPr>
          <p:nvPr/>
        </p:nvSpPr>
        <p:spPr>
          <a:xfrm rot="0">
            <a:off x="3371850" y="3025140"/>
            <a:ext cx="1852295" cy="327025"/>
          </a:xfrm>
          <a:prstGeom prst="flowChartProcess"/>
          <a:solidFill>
            <a:srgbClr val="83A99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lang="ko-KR" sz="1800" b="1">
                <a:latin typeface="맑은 고딕" charset="0"/>
                <a:ea typeface="맑은 고딕" charset="0"/>
              </a:rPr>
              <a:t>게시판</a:t>
            </a:r>
            <a:endParaRPr lang="ko-KR" altLang="en-US" sz="1800" b="1">
              <a:latin typeface="맑은 고딕" charset="0"/>
              <a:ea typeface="맑은 고딕" charset="0"/>
            </a:endParaRPr>
          </a:p>
        </p:txBody>
      </p:sp>
      <p:sp>
        <p:nvSpPr>
          <p:cNvPr id="27" name="도형 230"/>
          <p:cNvSpPr>
            <a:spLocks/>
          </p:cNvSpPr>
          <p:nvPr/>
        </p:nvSpPr>
        <p:spPr>
          <a:xfrm rot="0">
            <a:off x="3374390" y="5769610"/>
            <a:ext cx="1852295" cy="1023620"/>
          </a:xfrm>
          <a:prstGeom prst="flowChartProcess"/>
          <a:solidFill>
            <a:srgbClr val="83A99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lang="ko-KR" sz="1800" b="1">
                <a:latin typeface="맑은 고딕" charset="0"/>
                <a:ea typeface="맑은 고딕" charset="0"/>
              </a:rPr>
              <a:t>핫 </a:t>
            </a:r>
            <a:r>
              <a:rPr lang="ko-KR" sz="1800" b="1">
                <a:latin typeface="맑은 고딕" charset="0"/>
                <a:ea typeface="맑은 고딕" charset="0"/>
              </a:rPr>
              <a:t>스터</a:t>
            </a:r>
            <a:r>
              <a:rPr lang="ko-KR" sz="1800" b="1">
                <a:latin typeface="맑은 고딕" charset="0"/>
                <a:ea typeface="맑은 고딕" charset="0"/>
              </a:rPr>
              <a:t>디</a:t>
            </a:r>
            <a:endParaRPr lang="ko-KR" altLang="en-US" sz="1800" b="1">
              <a:latin typeface="맑은 고딕" charset="0"/>
              <a:ea typeface="맑은 고딕" charset="0"/>
            </a:endParaRPr>
          </a:p>
          <a:p>
            <a:pPr marL="0" indent="0" algn="ctr" hangingPunct="1"/>
            <a:r>
              <a:rPr lang="ko-KR" sz="1800" b="1">
                <a:latin typeface="맑은 고딕" charset="0"/>
                <a:ea typeface="맑은 고딕" charset="0"/>
              </a:rPr>
              <a:t>신규스터</a:t>
            </a:r>
            <a:r>
              <a:rPr lang="ko-KR" sz="1800" b="1">
                <a:latin typeface="맑은 고딕" charset="0"/>
                <a:ea typeface="맑은 고딕" charset="0"/>
              </a:rPr>
              <a:t>디</a:t>
            </a:r>
            <a:endParaRPr lang="ko-KR" altLang="en-US" sz="1800" b="1">
              <a:latin typeface="맑은 고딕" charset="0"/>
              <a:ea typeface="맑은 고딕" charset="0"/>
            </a:endParaRPr>
          </a:p>
        </p:txBody>
      </p:sp>
      <p:sp>
        <p:nvSpPr>
          <p:cNvPr id="28" name="도형 231"/>
          <p:cNvSpPr>
            <a:spLocks/>
          </p:cNvSpPr>
          <p:nvPr/>
        </p:nvSpPr>
        <p:spPr>
          <a:xfrm rot="0">
            <a:off x="3366135" y="4358005"/>
            <a:ext cx="1852295" cy="327025"/>
          </a:xfrm>
          <a:prstGeom prst="flowChartProcess"/>
          <a:solidFill>
            <a:srgbClr val="83A99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lang="ko-KR" sz="1800" b="1">
                <a:latin typeface="맑은 고딕" charset="0"/>
                <a:ea typeface="맑은 고딕" charset="0"/>
              </a:rPr>
              <a:t>G</a:t>
            </a:r>
            <a:r>
              <a:rPr lang="ko-KR" sz="1800" b="1">
                <a:latin typeface="맑은 고딕" charset="0"/>
                <a:ea typeface="맑은 고딕" charset="0"/>
              </a:rPr>
              <a:t>roo 소개</a:t>
            </a:r>
            <a:r>
              <a:rPr lang="ko-KR" sz="1800" b="1">
                <a:latin typeface="맑은 고딕" charset="0"/>
                <a:ea typeface="맑은 고딕" charset="0"/>
              </a:rPr>
              <a:t>글</a:t>
            </a:r>
            <a:endParaRPr lang="ko-KR" altLang="en-US" sz="1800" b="1">
              <a:latin typeface="맑은 고딕" charset="0"/>
              <a:ea typeface="맑은 고딕" charset="0"/>
            </a:endParaRPr>
          </a:p>
        </p:txBody>
      </p:sp>
      <p:sp>
        <p:nvSpPr>
          <p:cNvPr id="29" name="도형 232"/>
          <p:cNvSpPr>
            <a:spLocks/>
          </p:cNvSpPr>
          <p:nvPr/>
        </p:nvSpPr>
        <p:spPr>
          <a:xfrm rot="0">
            <a:off x="3368040" y="3710305"/>
            <a:ext cx="1852295" cy="327025"/>
          </a:xfrm>
          <a:prstGeom prst="flowChartProcess"/>
          <a:solidFill>
            <a:srgbClr val="83A99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lang="ko-KR" sz="1800" b="1">
                <a:latin typeface="맑은 고딕" charset="0"/>
                <a:ea typeface="맑은 고딕" charset="0"/>
              </a:rPr>
              <a:t>팀</a:t>
            </a:r>
            <a:endParaRPr lang="ko-KR" altLang="en-US" sz="1800" b="1">
              <a:latin typeface="맑은 고딕" charset="0"/>
              <a:ea typeface="맑은 고딕" charset="0"/>
            </a:endParaRPr>
          </a:p>
        </p:txBody>
      </p:sp>
      <p:sp>
        <p:nvSpPr>
          <p:cNvPr id="30" name="도형 233"/>
          <p:cNvSpPr>
            <a:spLocks/>
          </p:cNvSpPr>
          <p:nvPr/>
        </p:nvSpPr>
        <p:spPr>
          <a:xfrm rot="0">
            <a:off x="3365500" y="4931410"/>
            <a:ext cx="1852295" cy="398145"/>
          </a:xfrm>
          <a:prstGeom prst="flowChartProcess"/>
          <a:solidFill>
            <a:srgbClr val="83A99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lang="ko-KR" sz="1800" b="1">
                <a:latin typeface="맑은 고딕" charset="0"/>
                <a:ea typeface="맑은 고딕" charset="0"/>
              </a:rPr>
              <a:t>로그인 </a:t>
            </a:r>
            <a:r>
              <a:rPr lang="ko-KR" sz="1800" b="1">
                <a:latin typeface="맑은 고딕" charset="0"/>
                <a:ea typeface="맑은 고딕" charset="0"/>
              </a:rPr>
              <a:t>아이</a:t>
            </a:r>
            <a:r>
              <a:rPr lang="ko-KR" sz="1800" b="1">
                <a:latin typeface="맑은 고딕" charset="0"/>
                <a:ea typeface="맑은 고딕" charset="0"/>
              </a:rPr>
              <a:t>콘</a:t>
            </a:r>
            <a:endParaRPr lang="ko-KR" altLang="en-US" sz="1800" b="1">
              <a:latin typeface="맑은 고딕" charset="0"/>
              <a:ea typeface="맑은 고딕" charset="0"/>
            </a:endParaRPr>
          </a:p>
        </p:txBody>
      </p:sp>
      <p:sp>
        <p:nvSpPr>
          <p:cNvPr id="31" name="도형 234"/>
          <p:cNvSpPr>
            <a:spLocks/>
          </p:cNvSpPr>
          <p:nvPr/>
        </p:nvSpPr>
        <p:spPr>
          <a:xfrm rot="0">
            <a:off x="6285865" y="5248275"/>
            <a:ext cx="1852295" cy="670560"/>
          </a:xfrm>
          <a:prstGeom prst="flowChartProcess"/>
          <a:solidFill>
            <a:srgbClr val="83A99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lang="ko-KR" sz="1800" b="1">
                <a:latin typeface="맑은 고딕" charset="0"/>
                <a:ea typeface="맑은 고딕" charset="0"/>
              </a:rPr>
              <a:t>계정설정</a:t>
            </a:r>
            <a:endParaRPr lang="ko-KR" altLang="en-US" sz="1800" b="1">
              <a:latin typeface="맑은 고딕" charset="0"/>
              <a:ea typeface="맑은 고딕" charset="0"/>
            </a:endParaRPr>
          </a:p>
          <a:p>
            <a:pPr marL="0" indent="0" algn="ctr" hangingPunct="1"/>
            <a:r>
              <a:rPr lang="ko-KR" sz="1800" b="1">
                <a:latin typeface="맑은 고딕" charset="0"/>
                <a:ea typeface="맑은 고딕" charset="0"/>
              </a:rPr>
              <a:t>마</a:t>
            </a:r>
            <a:r>
              <a:rPr lang="ko-KR" sz="1800" b="1">
                <a:latin typeface="맑은 고딕" charset="0"/>
                <a:ea typeface="맑은 고딕" charset="0"/>
              </a:rPr>
              <a:t>이 </a:t>
            </a:r>
            <a:r>
              <a:rPr lang="ko-KR" sz="1800" b="1">
                <a:latin typeface="맑은 고딕" charset="0"/>
                <a:ea typeface="맑은 고딕" charset="0"/>
              </a:rPr>
              <a:t>페이</a:t>
            </a:r>
            <a:r>
              <a:rPr lang="ko-KR" sz="1800" b="1">
                <a:latin typeface="맑은 고딕" charset="0"/>
                <a:ea typeface="맑은 고딕" charset="0"/>
              </a:rPr>
              <a:t>지</a:t>
            </a:r>
            <a:endParaRPr lang="ko-KR" altLang="en-US" sz="1800" b="1">
              <a:latin typeface="맑은 고딕" charset="0"/>
              <a:ea typeface="맑은 고딕" charset="0"/>
            </a:endParaRPr>
          </a:p>
        </p:txBody>
      </p:sp>
      <p:cxnSp>
        <p:nvCxnSpPr>
          <p:cNvPr id="32" name="도형 235"/>
          <p:cNvCxnSpPr/>
          <p:nvPr/>
        </p:nvCxnSpPr>
        <p:spPr>
          <a:xfrm rot="0">
            <a:off x="5370830" y="5140960"/>
            <a:ext cx="720725" cy="351155"/>
          </a:xfrm>
          <a:prstGeom prst="straightConnector1"/>
          <a:ln w="6350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3"/>
          <p:cNvGraphicFramePr>
            <a:graphicFrameLocks noGrp="1"/>
          </p:cNvGraphicFramePr>
          <p:nvPr/>
        </p:nvGraphicFramePr>
        <p:xfrm>
          <a:off x="-635" y="1905"/>
          <a:ext cx="12198351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9175"/>
                <a:gridCol w="6099175"/>
              </a:tblGrid>
              <a:tr h="370840">
                <a:tc>
                  <a:txBody>
                    <a:bodyPr/>
                    <a:lstStyle/>
                    <a:p>
                      <a:pPr marL="0" indent="0" hangingPunct="1"/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PR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OC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ES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S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2252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hangingPunct="1"/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22523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681480" y="629920"/>
          <a:ext cx="8417560" cy="7512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4390"/>
                <a:gridCol w="2104390"/>
                <a:gridCol w="2104390"/>
                <a:gridCol w="2104390"/>
              </a:tblGrid>
              <a:tr h="370840">
                <a:tc>
                  <a:txBody>
                    <a:bodyPr/>
                    <a:lstStyle/>
                    <a:p>
                      <a:pPr marL="0" indent="0" hangingPunct="1"/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단위 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프로세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스 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ID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2252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hangingPunct="1"/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G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R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O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O-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U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SER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2252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hangingPunct="1"/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프로세스명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2252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hangingPunct="1"/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공지사항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22523B"/>
                    </a:solidFill>
                  </a:tcPr>
                </a:tc>
              </a:tr>
              <a:tr h="380365">
                <a:tc>
                  <a:txBody>
                    <a:bodyPr/>
                    <a:lstStyle/>
                    <a:p>
                      <a:pPr marL="0" indent="0" hangingPunct="1"/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작성일자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2252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hangingPunct="1"/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20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25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.1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1.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0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8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2252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hangingPunct="1"/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작성자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2252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hangingPunct="1"/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정선회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22523B"/>
                    </a:solidFill>
                  </a:tcPr>
                </a:tc>
              </a:tr>
            </a:tbl>
          </a:graphicData>
        </a:graphic>
      </p:graphicFrame>
      <p:sp>
        <p:nvSpPr>
          <p:cNvPr id="5" name="Rect 0"/>
          <p:cNvSpPr txBox="1">
            <a:spLocks/>
          </p:cNvSpPr>
          <p:nvPr/>
        </p:nvSpPr>
        <p:spPr>
          <a:xfrm rot="0">
            <a:off x="5380990" y="1429385"/>
            <a:ext cx="2550160" cy="370205"/>
          </a:xfrm>
          <a:prstGeom prst="rect"/>
          <a:noFill/>
          <a:ln>
            <a:noFill/>
            <a:prstDash/>
          </a:ln>
        </p:spPr>
        <p:txBody>
          <a:bodyPr wrap="square" lIns="89535" tIns="46355" rIns="89535" bIns="46355" vert="horz" anchor="t">
            <a:spAutoFit/>
          </a:bodyPr>
          <a:lstStyle/>
          <a:p>
            <a:pPr marL="0" indent="0" algn="l" hangingPunct="1"/>
            <a:r>
              <a:rPr sz="1800" b="1">
                <a:latin typeface="맑은 고딕" charset="0"/>
                <a:ea typeface="맑은 고딕" charset="0"/>
              </a:rPr>
              <a:t>관리</a:t>
            </a:r>
            <a:r>
              <a:rPr lang="ko-KR" sz="1800" b="1">
                <a:latin typeface="맑은 고딕" charset="0"/>
                <a:ea typeface="맑은 고딕" charset="0"/>
              </a:rPr>
              <a:t>자</a:t>
            </a:r>
            <a:endParaRPr lang="ko-KR" altLang="en-US" sz="1800" b="1">
              <a:latin typeface="맑은 고딕" charset="0"/>
              <a:ea typeface="맑은 고딕" charset="0"/>
            </a:endParaRPr>
          </a:p>
        </p:txBody>
      </p:sp>
      <p:sp>
        <p:nvSpPr>
          <p:cNvPr id="6" name="도형 236"/>
          <p:cNvSpPr>
            <a:spLocks/>
          </p:cNvSpPr>
          <p:nvPr/>
        </p:nvSpPr>
        <p:spPr>
          <a:xfrm rot="0">
            <a:off x="582930" y="1894840"/>
            <a:ext cx="1852295" cy="670560"/>
          </a:xfrm>
          <a:prstGeom prst="flowChartProcess"/>
          <a:solidFill>
            <a:srgbClr val="83A99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sz="1800" b="1">
                <a:latin typeface="맑은 고딕" charset="0"/>
                <a:ea typeface="맑은 고딕" charset="0"/>
              </a:rPr>
              <a:t>공지사</a:t>
            </a:r>
            <a:r>
              <a:rPr lang="ko-KR" sz="1800" b="1">
                <a:latin typeface="맑은 고딕" charset="0"/>
                <a:ea typeface="맑은 고딕" charset="0"/>
              </a:rPr>
              <a:t>항</a:t>
            </a:r>
            <a:endParaRPr lang="ko-KR" altLang="en-US" sz="1800" b="1">
              <a:latin typeface="맑은 고딕" charset="0"/>
              <a:ea typeface="맑은 고딕" charset="0"/>
            </a:endParaRPr>
          </a:p>
        </p:txBody>
      </p:sp>
      <p:sp>
        <p:nvSpPr>
          <p:cNvPr id="7" name="도형 239"/>
          <p:cNvSpPr>
            <a:spLocks/>
          </p:cNvSpPr>
          <p:nvPr/>
        </p:nvSpPr>
        <p:spPr>
          <a:xfrm rot="0">
            <a:off x="3524250" y="1896745"/>
            <a:ext cx="1852295" cy="670560"/>
          </a:xfrm>
          <a:prstGeom prst="flowChartProcess"/>
          <a:solidFill>
            <a:srgbClr val="83A99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sz="1800" b="1">
                <a:latin typeface="맑은 고딕" charset="0"/>
                <a:ea typeface="맑은 고딕" charset="0"/>
              </a:rPr>
              <a:t>공지사</a:t>
            </a:r>
            <a:r>
              <a:rPr lang="ko-KR" sz="1800" b="1">
                <a:latin typeface="맑은 고딕" charset="0"/>
                <a:ea typeface="맑은 고딕" charset="0"/>
              </a:rPr>
              <a:t>항 </a:t>
            </a:r>
            <a:endParaRPr lang="ko-KR" altLang="en-US" sz="1800" b="1">
              <a:latin typeface="맑은 고딕" charset="0"/>
              <a:ea typeface="맑은 고딕" charset="0"/>
            </a:endParaRPr>
          </a:p>
          <a:p>
            <a:pPr marL="0" indent="0" algn="ctr" hangingPunct="1"/>
            <a:r>
              <a:rPr lang="ko-KR" sz="1800" b="1">
                <a:latin typeface="맑은 고딕" charset="0"/>
                <a:ea typeface="맑은 고딕" charset="0"/>
              </a:rPr>
              <a:t>글쓰</a:t>
            </a:r>
            <a:r>
              <a:rPr lang="ko-KR" sz="1800" b="1">
                <a:latin typeface="맑은 고딕" charset="0"/>
                <a:ea typeface="맑은 고딕" charset="0"/>
              </a:rPr>
              <a:t>기</a:t>
            </a:r>
            <a:endParaRPr lang="ko-KR" altLang="en-US" sz="1800" b="1">
              <a:latin typeface="맑은 고딕" charset="0"/>
              <a:ea typeface="맑은 고딕" charset="0"/>
            </a:endParaRPr>
          </a:p>
        </p:txBody>
      </p:sp>
      <p:cxnSp>
        <p:nvCxnSpPr>
          <p:cNvPr id="8" name="도형 240"/>
          <p:cNvCxnSpPr/>
          <p:nvPr/>
        </p:nvCxnSpPr>
        <p:spPr>
          <a:xfrm rot="0">
            <a:off x="2620010" y="2239645"/>
            <a:ext cx="760095" cy="635"/>
          </a:xfrm>
          <a:prstGeom prst="straightConnector1"/>
          <a:ln w="6350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도형 242"/>
          <p:cNvSpPr>
            <a:spLocks/>
          </p:cNvSpPr>
          <p:nvPr/>
        </p:nvSpPr>
        <p:spPr>
          <a:xfrm rot="0">
            <a:off x="6275705" y="1898650"/>
            <a:ext cx="1852295" cy="321310"/>
          </a:xfrm>
          <a:prstGeom prst="flowChartProcess"/>
          <a:solidFill>
            <a:srgbClr val="83A99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lang="ko-KR" sz="1800" b="1">
                <a:latin typeface="맑은 고딕" charset="0"/>
                <a:ea typeface="맑은 고딕" charset="0"/>
              </a:rPr>
              <a:t>제목</a:t>
            </a:r>
            <a:endParaRPr lang="ko-KR" altLang="en-US" sz="1800" b="1">
              <a:latin typeface="맑은 고딕" charset="0"/>
              <a:ea typeface="맑은 고딕" charset="0"/>
            </a:endParaRPr>
          </a:p>
        </p:txBody>
      </p:sp>
      <p:sp>
        <p:nvSpPr>
          <p:cNvPr id="10" name="도형 243"/>
          <p:cNvSpPr>
            <a:spLocks/>
          </p:cNvSpPr>
          <p:nvPr/>
        </p:nvSpPr>
        <p:spPr>
          <a:xfrm rot="0">
            <a:off x="6277610" y="2280920"/>
            <a:ext cx="1852295" cy="289560"/>
          </a:xfrm>
          <a:prstGeom prst="flowChartProcess"/>
          <a:solidFill>
            <a:srgbClr val="83A99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lang="ko-KR" sz="1800" b="1">
                <a:latin typeface="맑은 고딕" charset="0"/>
                <a:ea typeface="맑은 고딕" charset="0"/>
              </a:rPr>
              <a:t>내용</a:t>
            </a:r>
            <a:endParaRPr lang="ko-KR" altLang="en-US"/>
          </a:p>
        </p:txBody>
      </p:sp>
      <p:cxnSp>
        <p:nvCxnSpPr>
          <p:cNvPr id="11" name="도형 248"/>
          <p:cNvCxnSpPr/>
          <p:nvPr/>
        </p:nvCxnSpPr>
        <p:spPr>
          <a:xfrm rot="0" flipV="1">
            <a:off x="5471795" y="2211070"/>
            <a:ext cx="710565" cy="10795"/>
          </a:xfrm>
          <a:prstGeom prst="straightConnector1"/>
          <a:ln w="6350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도형 249"/>
          <p:cNvCxnSpPr/>
          <p:nvPr/>
        </p:nvCxnSpPr>
        <p:spPr>
          <a:xfrm rot="0" flipV="1">
            <a:off x="8272780" y="2243455"/>
            <a:ext cx="710565" cy="10795"/>
          </a:xfrm>
          <a:prstGeom prst="straightConnector1"/>
          <a:ln w="6350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도형 250"/>
          <p:cNvSpPr>
            <a:spLocks/>
          </p:cNvSpPr>
          <p:nvPr/>
        </p:nvSpPr>
        <p:spPr>
          <a:xfrm rot="0">
            <a:off x="9107170" y="2171065"/>
            <a:ext cx="1852295" cy="321310"/>
          </a:xfrm>
          <a:prstGeom prst="flowChartProcess"/>
          <a:solidFill>
            <a:srgbClr val="83A99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lang="ko-KR" sz="1800" b="1">
                <a:latin typeface="맑은 고딕" charset="0"/>
                <a:ea typeface="맑은 고딕" charset="0"/>
              </a:rPr>
              <a:t>취소</a:t>
            </a:r>
            <a:endParaRPr lang="ko-KR" altLang="en-US" sz="1800" b="1">
              <a:latin typeface="맑은 고딕" charset="0"/>
              <a:ea typeface="맑은 고딕" charset="0"/>
            </a:endParaRPr>
          </a:p>
        </p:txBody>
      </p:sp>
      <p:sp>
        <p:nvSpPr>
          <p:cNvPr id="14" name="도형 252"/>
          <p:cNvSpPr>
            <a:spLocks/>
          </p:cNvSpPr>
          <p:nvPr/>
        </p:nvSpPr>
        <p:spPr>
          <a:xfrm rot="0">
            <a:off x="9109710" y="1802765"/>
            <a:ext cx="1852295" cy="289560"/>
          </a:xfrm>
          <a:prstGeom prst="flowChartProcess"/>
          <a:solidFill>
            <a:srgbClr val="83A99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lang="ko-KR" b="1"/>
              <a:t>등록</a:t>
            </a:r>
            <a:endParaRPr lang="ko-KR" altLang="en-US" b="1"/>
          </a:p>
        </p:txBody>
      </p:sp>
      <p:cxnSp>
        <p:nvCxnSpPr>
          <p:cNvPr id="15" name="도형 255"/>
          <p:cNvCxnSpPr/>
          <p:nvPr/>
        </p:nvCxnSpPr>
        <p:spPr>
          <a:xfrm rot="0">
            <a:off x="2619375" y="2229485"/>
            <a:ext cx="635" cy="1200785"/>
          </a:xfrm>
          <a:prstGeom prst="line"/>
          <a:ln w="6350" cap="flat" cmpd="sng">
            <a:prstDash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도형 256"/>
          <p:cNvCxnSpPr/>
          <p:nvPr/>
        </p:nvCxnSpPr>
        <p:spPr>
          <a:xfrm rot="0">
            <a:off x="2612390" y="3431540"/>
            <a:ext cx="760095" cy="635"/>
          </a:xfrm>
          <a:prstGeom prst="straightConnector1"/>
          <a:ln w="6350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도형 258"/>
          <p:cNvSpPr>
            <a:spLocks/>
          </p:cNvSpPr>
          <p:nvPr/>
        </p:nvSpPr>
        <p:spPr>
          <a:xfrm rot="0">
            <a:off x="3526155" y="3188970"/>
            <a:ext cx="1852295" cy="670560"/>
          </a:xfrm>
          <a:prstGeom prst="flowChartProcess"/>
          <a:solidFill>
            <a:srgbClr val="83A99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lang="ko-KR" sz="1800" b="1">
                <a:latin typeface="맑은 고딕" charset="0"/>
                <a:ea typeface="맑은 고딕" charset="0"/>
              </a:rPr>
              <a:t>공지사항 수정</a:t>
            </a:r>
            <a:endParaRPr lang="ko-KR" altLang="en-US"/>
          </a:p>
        </p:txBody>
      </p:sp>
      <p:sp>
        <p:nvSpPr>
          <p:cNvPr id="18" name="도형 259"/>
          <p:cNvSpPr>
            <a:spLocks/>
          </p:cNvSpPr>
          <p:nvPr/>
        </p:nvSpPr>
        <p:spPr>
          <a:xfrm rot="0">
            <a:off x="3528060" y="4320540"/>
            <a:ext cx="1852295" cy="670560"/>
          </a:xfrm>
          <a:prstGeom prst="flowChartProcess"/>
          <a:solidFill>
            <a:srgbClr val="83A99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lang="ko-KR" sz="1800" b="1">
                <a:latin typeface="맑은 고딕" charset="0"/>
                <a:ea typeface="맑은 고딕" charset="0"/>
              </a:rPr>
              <a:t>공지사항 삭제</a:t>
            </a:r>
            <a:endParaRPr lang="ko-KR" altLang="en-US"/>
          </a:p>
        </p:txBody>
      </p:sp>
      <p:cxnSp>
        <p:nvCxnSpPr>
          <p:cNvPr id="19" name="도형 260"/>
          <p:cNvCxnSpPr/>
          <p:nvPr/>
        </p:nvCxnSpPr>
        <p:spPr>
          <a:xfrm rot="0">
            <a:off x="2619375" y="4648835"/>
            <a:ext cx="824230" cy="14605"/>
          </a:xfrm>
          <a:prstGeom prst="straightConnector1"/>
          <a:ln w="6350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도형 261"/>
          <p:cNvCxnSpPr/>
          <p:nvPr/>
        </p:nvCxnSpPr>
        <p:spPr>
          <a:xfrm rot="0" flipH="1">
            <a:off x="2609850" y="3411220"/>
            <a:ext cx="2540" cy="2248535"/>
          </a:xfrm>
          <a:prstGeom prst="line"/>
          <a:ln w="6350" cap="flat" cmpd="sng">
            <a:prstDash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도형 262"/>
          <p:cNvSpPr>
            <a:spLocks/>
          </p:cNvSpPr>
          <p:nvPr/>
        </p:nvSpPr>
        <p:spPr>
          <a:xfrm rot="0">
            <a:off x="9118600" y="2573020"/>
            <a:ext cx="1852295" cy="321310"/>
          </a:xfrm>
          <a:prstGeom prst="flowChartProcess"/>
          <a:solidFill>
            <a:srgbClr val="83A99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lang="ko-KR" sz="1800" b="1">
                <a:latin typeface="맑은 고딕" charset="0"/>
                <a:ea typeface="맑은 고딕" charset="0"/>
              </a:rPr>
              <a:t>채팅열기</a:t>
            </a:r>
            <a:endParaRPr lang="ko-KR" altLang="en-US" sz="1800" b="1">
              <a:latin typeface="맑은 고딕" charset="0"/>
              <a:ea typeface="맑은 고딕" charset="0"/>
            </a:endParaRPr>
          </a:p>
        </p:txBody>
      </p:sp>
      <p:sp>
        <p:nvSpPr>
          <p:cNvPr id="22" name="도형 264"/>
          <p:cNvSpPr>
            <a:spLocks/>
          </p:cNvSpPr>
          <p:nvPr/>
        </p:nvSpPr>
        <p:spPr>
          <a:xfrm rot="0">
            <a:off x="3517900" y="5340350"/>
            <a:ext cx="1852295" cy="670560"/>
          </a:xfrm>
          <a:prstGeom prst="flowChartProcess"/>
          <a:solidFill>
            <a:srgbClr val="83A99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lang="ko-KR" sz="1800" b="1">
                <a:latin typeface="맑은 고딕" charset="0"/>
                <a:ea typeface="맑은 고딕" charset="0"/>
              </a:rPr>
              <a:t>공지사항 </a:t>
            </a:r>
            <a:endParaRPr lang="ko-KR" altLang="en-US" sz="1800" b="1">
              <a:latin typeface="맑은 고딕" charset="0"/>
              <a:ea typeface="맑은 고딕" charset="0"/>
            </a:endParaRPr>
          </a:p>
          <a:p>
            <a:pPr marL="0" indent="0" algn="ctr" hangingPunct="1"/>
            <a:r>
              <a:rPr lang="ko-KR" sz="1800" b="1">
                <a:latin typeface="맑은 고딕" charset="0"/>
                <a:ea typeface="맑은 고딕" charset="0"/>
              </a:rPr>
              <a:t>목록으로</a:t>
            </a:r>
            <a:endParaRPr lang="ko-KR" altLang="en-US"/>
          </a:p>
        </p:txBody>
      </p:sp>
      <p:cxnSp>
        <p:nvCxnSpPr>
          <p:cNvPr id="23" name="도형 265"/>
          <p:cNvCxnSpPr/>
          <p:nvPr/>
        </p:nvCxnSpPr>
        <p:spPr>
          <a:xfrm rot="0">
            <a:off x="2609850" y="5639435"/>
            <a:ext cx="836295" cy="5715"/>
          </a:xfrm>
          <a:prstGeom prst="straightConnector1"/>
          <a:ln w="6350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도형 266"/>
          <p:cNvSpPr>
            <a:spLocks/>
          </p:cNvSpPr>
          <p:nvPr/>
        </p:nvSpPr>
        <p:spPr>
          <a:xfrm rot="0">
            <a:off x="6363970" y="2698750"/>
            <a:ext cx="1765935" cy="833120"/>
          </a:xfrm>
          <a:prstGeom prst="star12"/>
          <a:solidFill>
            <a:schemeClr val="bg1"/>
          </a:solidFill>
          <a:ln w="25400" cap="flat" cmpd="sng">
            <a:solidFill>
              <a:srgbClr val="FF0000">
                <a:alpha val="10000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508000" eaLnBrk="0" latinLnBrk="1" hangingPunct="1">
              <a:buFontTx/>
              <a:buNone/>
            </a:pPr>
            <a:r>
              <a:rPr lang="ko-KR" sz="900" cap="none" b="1" strike="noStrike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제목과 내용이 없다면 글이 등록되면 </a:t>
            </a:r>
            <a:endParaRPr lang="ko-KR" altLang="en-US" sz="900" cap="none" b="1" strike="noStrike">
              <a:solidFill>
                <a:schemeClr val="tx1"/>
              </a:solidFill>
              <a:latin typeface="맑은 고딕" charset="0"/>
              <a:ea typeface="맑은 고딕" charset="0"/>
              <a:sym typeface="맑은 고딕" charset="0"/>
            </a:endParaRPr>
          </a:p>
          <a:p>
            <a:pPr marL="0" indent="0" rtl="0" algn="ctr" defTabSz="508000" eaLnBrk="0" latinLnBrk="1" hangingPunct="1">
              <a:buFontTx/>
              <a:buNone/>
            </a:pPr>
            <a:r>
              <a:rPr lang="ko-KR" sz="900" cap="none" b="1" strike="noStrike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안된다.</a:t>
            </a:r>
            <a:endParaRPr lang="ko-KR" altLang="en-US" sz="900" cap="none" b="1" strike="noStrike">
              <a:solidFill>
                <a:schemeClr val="tx1"/>
              </a:solidFill>
              <a:latin typeface="맑은 고딕" charset="0"/>
              <a:ea typeface="맑은 고딕" charset="0"/>
              <a:sym typeface="맑은 고딕" charset="0"/>
            </a:endParaRPr>
          </a:p>
        </p:txBody>
      </p:sp>
      <p:cxnSp>
        <p:nvCxnSpPr>
          <p:cNvPr id="25" name="도형 269"/>
          <p:cNvCxnSpPr/>
          <p:nvPr/>
        </p:nvCxnSpPr>
        <p:spPr>
          <a:xfrm rot="0">
            <a:off x="5573395" y="3582670"/>
            <a:ext cx="586105" cy="217170"/>
          </a:xfrm>
          <a:prstGeom prst="straightConnector1"/>
          <a:ln w="6350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도형 270"/>
          <p:cNvSpPr>
            <a:spLocks/>
          </p:cNvSpPr>
          <p:nvPr/>
        </p:nvSpPr>
        <p:spPr>
          <a:xfrm rot="0">
            <a:off x="6307455" y="3649980"/>
            <a:ext cx="1852295" cy="321310"/>
          </a:xfrm>
          <a:prstGeom prst="flowChartProcess"/>
          <a:solidFill>
            <a:srgbClr val="83A99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lang="ko-KR" sz="1800" b="1">
                <a:latin typeface="맑은 고딕" charset="0"/>
                <a:ea typeface="맑은 고딕" charset="0"/>
              </a:rPr>
              <a:t>제목</a:t>
            </a:r>
            <a:endParaRPr lang="ko-KR" altLang="en-US" sz="1800" b="1">
              <a:latin typeface="맑은 고딕" charset="0"/>
              <a:ea typeface="맑은 고딕" charset="0"/>
            </a:endParaRPr>
          </a:p>
        </p:txBody>
      </p:sp>
      <p:sp>
        <p:nvSpPr>
          <p:cNvPr id="27" name="도형 271"/>
          <p:cNvSpPr>
            <a:spLocks/>
          </p:cNvSpPr>
          <p:nvPr/>
        </p:nvSpPr>
        <p:spPr>
          <a:xfrm rot="0">
            <a:off x="6309360" y="4082415"/>
            <a:ext cx="1852295" cy="289560"/>
          </a:xfrm>
          <a:prstGeom prst="flowChartProcess"/>
          <a:solidFill>
            <a:srgbClr val="83A99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lang="ko-KR" sz="1800" b="1">
                <a:latin typeface="맑은 고딕" charset="0"/>
                <a:ea typeface="맑은 고딕" charset="0"/>
              </a:rPr>
              <a:t>내용</a:t>
            </a:r>
            <a:endParaRPr lang="ko-KR" altLang="en-US"/>
          </a:p>
        </p:txBody>
      </p:sp>
      <p:cxnSp>
        <p:nvCxnSpPr>
          <p:cNvPr id="28" name="도형 272"/>
          <p:cNvCxnSpPr/>
          <p:nvPr/>
        </p:nvCxnSpPr>
        <p:spPr>
          <a:xfrm rot="0">
            <a:off x="8319135" y="3869055"/>
            <a:ext cx="630555" cy="635"/>
          </a:xfrm>
          <a:prstGeom prst="straightConnector1"/>
          <a:ln w="6350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도형 273"/>
          <p:cNvSpPr>
            <a:spLocks/>
          </p:cNvSpPr>
          <p:nvPr/>
        </p:nvSpPr>
        <p:spPr>
          <a:xfrm rot="0">
            <a:off x="9098915" y="3802380"/>
            <a:ext cx="1852295" cy="321310"/>
          </a:xfrm>
          <a:prstGeom prst="flowChartProcess"/>
          <a:solidFill>
            <a:srgbClr val="83A99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lang="ko-KR" sz="1800" b="1">
                <a:latin typeface="맑은 고딕" charset="0"/>
                <a:ea typeface="맑은 고딕" charset="0"/>
              </a:rPr>
              <a:t>취소</a:t>
            </a:r>
            <a:endParaRPr lang="ko-KR" altLang="en-US" sz="1800" b="1">
              <a:latin typeface="맑은 고딕" charset="0"/>
              <a:ea typeface="맑은 고딕" charset="0"/>
            </a:endParaRPr>
          </a:p>
        </p:txBody>
      </p:sp>
      <p:sp>
        <p:nvSpPr>
          <p:cNvPr id="30" name="도형 274"/>
          <p:cNvSpPr>
            <a:spLocks/>
          </p:cNvSpPr>
          <p:nvPr/>
        </p:nvSpPr>
        <p:spPr>
          <a:xfrm rot="0">
            <a:off x="9101455" y="3434080"/>
            <a:ext cx="1852295" cy="289560"/>
          </a:xfrm>
          <a:prstGeom prst="flowChartProcess"/>
          <a:solidFill>
            <a:srgbClr val="83A99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lang="ko-KR" b="1"/>
              <a:t>수정</a:t>
            </a:r>
            <a:endParaRPr lang="ko-KR" altLang="en-US" b="1"/>
          </a:p>
        </p:txBody>
      </p:sp>
      <p:sp>
        <p:nvSpPr>
          <p:cNvPr id="31" name="도형 275"/>
          <p:cNvSpPr>
            <a:spLocks/>
          </p:cNvSpPr>
          <p:nvPr/>
        </p:nvSpPr>
        <p:spPr>
          <a:xfrm rot="0">
            <a:off x="9110345" y="4204335"/>
            <a:ext cx="1852295" cy="321310"/>
          </a:xfrm>
          <a:prstGeom prst="flowChartProcess"/>
          <a:solidFill>
            <a:srgbClr val="83A99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lang="ko-KR" sz="1800" b="1">
                <a:latin typeface="맑은 고딕" charset="0"/>
                <a:ea typeface="맑은 고딕" charset="0"/>
              </a:rPr>
              <a:t>채팅열기</a:t>
            </a:r>
            <a:endParaRPr lang="ko-KR" altLang="en-US" sz="1800" b="1">
              <a:latin typeface="맑은 고딕" charset="0"/>
              <a:ea typeface="맑은 고딕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3"/>
          <p:cNvGraphicFramePr>
            <a:graphicFrameLocks noGrp="1"/>
          </p:cNvGraphicFramePr>
          <p:nvPr/>
        </p:nvGraphicFramePr>
        <p:xfrm>
          <a:off x="-635" y="1905"/>
          <a:ext cx="12198351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9175"/>
                <a:gridCol w="6099175"/>
              </a:tblGrid>
              <a:tr h="370840">
                <a:tc>
                  <a:txBody>
                    <a:bodyPr/>
                    <a:lstStyle/>
                    <a:p>
                      <a:pPr marL="0" indent="0" hangingPunct="1"/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PR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OC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ES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S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2252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hangingPunct="1"/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22523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681480" y="629920"/>
          <a:ext cx="8417560" cy="7512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4390"/>
                <a:gridCol w="2104390"/>
                <a:gridCol w="2104390"/>
                <a:gridCol w="2104390"/>
              </a:tblGrid>
              <a:tr h="370840">
                <a:tc>
                  <a:txBody>
                    <a:bodyPr/>
                    <a:lstStyle/>
                    <a:p>
                      <a:pPr marL="0" indent="0" hangingPunct="1"/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단위 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프로세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스 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ID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2252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hangingPunct="1"/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G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R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O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O-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U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SER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2252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hangingPunct="1"/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프로세스명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2252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hangingPunct="1"/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자유게시판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22523B"/>
                    </a:solidFill>
                  </a:tcPr>
                </a:tc>
              </a:tr>
              <a:tr h="380365">
                <a:tc>
                  <a:txBody>
                    <a:bodyPr/>
                    <a:lstStyle/>
                    <a:p>
                      <a:pPr marL="0" indent="0" hangingPunct="1"/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작성일자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2252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hangingPunct="1"/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20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25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.1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1.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0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8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2252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hangingPunct="1"/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작성자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2252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hangingPunct="1"/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정선회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22523B"/>
                    </a:solidFill>
                  </a:tcPr>
                </a:tc>
              </a:tr>
            </a:tbl>
          </a:graphicData>
        </a:graphic>
      </p:graphicFrame>
      <p:sp>
        <p:nvSpPr>
          <p:cNvPr id="5" name="Rect 0"/>
          <p:cNvSpPr txBox="1">
            <a:spLocks/>
          </p:cNvSpPr>
          <p:nvPr/>
        </p:nvSpPr>
        <p:spPr>
          <a:xfrm rot="0">
            <a:off x="5380990" y="1429385"/>
            <a:ext cx="2550160" cy="370205"/>
          </a:xfrm>
          <a:prstGeom prst="rect"/>
          <a:noFill/>
          <a:ln>
            <a:noFill/>
            <a:prstDash/>
          </a:ln>
        </p:spPr>
        <p:txBody>
          <a:bodyPr wrap="square" lIns="89535" tIns="46355" rIns="89535" bIns="46355" vert="horz" anchor="t">
            <a:spAutoFit/>
          </a:bodyPr>
          <a:lstStyle/>
          <a:p>
            <a:pPr marL="0" indent="0" algn="l" hangingPunct="1"/>
            <a:r>
              <a:rPr lang="ko-KR" sz="1800" b="1">
                <a:latin typeface="맑은 고딕" charset="0"/>
                <a:ea typeface="맑은 고딕" charset="0"/>
              </a:rPr>
              <a:t>회원</a:t>
            </a:r>
            <a:endParaRPr lang="ko-KR" altLang="en-US" sz="1800" b="1">
              <a:latin typeface="맑은 고딕" charset="0"/>
              <a:ea typeface="맑은 고딕" charset="0"/>
            </a:endParaRPr>
          </a:p>
        </p:txBody>
      </p:sp>
      <p:sp>
        <p:nvSpPr>
          <p:cNvPr id="6" name="Rect 0"/>
          <p:cNvSpPr>
            <a:spLocks/>
          </p:cNvSpPr>
          <p:nvPr/>
        </p:nvSpPr>
        <p:spPr>
          <a:xfrm rot="0">
            <a:off x="603250" y="1894840"/>
            <a:ext cx="1852295" cy="670560"/>
          </a:xfrm>
          <a:prstGeom prst="flowChartProcess"/>
          <a:solidFill>
            <a:srgbClr val="83A99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lang="ko-KR" sz="1800" b="1">
                <a:latin typeface="맑은 고딕" charset="0"/>
                <a:ea typeface="맑은 고딕" charset="0"/>
              </a:rPr>
              <a:t>자유 게시판</a:t>
            </a:r>
            <a:endParaRPr lang="ko-KR" altLang="en-US" sz="1800" b="1">
              <a:latin typeface="맑은 고딕" charset="0"/>
              <a:ea typeface="맑은 고딕" charset="0"/>
            </a:endParaRPr>
          </a:p>
        </p:txBody>
      </p:sp>
      <p:sp>
        <p:nvSpPr>
          <p:cNvPr id="7" name="Rect 0"/>
          <p:cNvSpPr>
            <a:spLocks/>
          </p:cNvSpPr>
          <p:nvPr/>
        </p:nvSpPr>
        <p:spPr>
          <a:xfrm rot="0">
            <a:off x="3524250" y="1896745"/>
            <a:ext cx="1852295" cy="670560"/>
          </a:xfrm>
          <a:prstGeom prst="flowChartProcess"/>
          <a:solidFill>
            <a:srgbClr val="83A99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lang="ko-KR" sz="1800" b="1">
                <a:latin typeface="맑은 고딕" charset="0"/>
                <a:ea typeface="맑은 고딕" charset="0"/>
              </a:rPr>
              <a:t>자유 게시판 </a:t>
            </a:r>
            <a:endParaRPr lang="ko-KR" altLang="en-US" sz="1800" b="1">
              <a:latin typeface="맑은 고딕" charset="0"/>
              <a:ea typeface="맑은 고딕" charset="0"/>
            </a:endParaRPr>
          </a:p>
          <a:p>
            <a:pPr marL="0" indent="0" algn="ctr" hangingPunct="1"/>
            <a:r>
              <a:rPr lang="ko-KR" sz="1800" b="1">
                <a:latin typeface="맑은 고딕" charset="0"/>
                <a:ea typeface="맑은 고딕" charset="0"/>
              </a:rPr>
              <a:t>글쓰</a:t>
            </a:r>
            <a:r>
              <a:rPr lang="ko-KR" sz="1800" b="1">
                <a:latin typeface="맑은 고딕" charset="0"/>
                <a:ea typeface="맑은 고딕" charset="0"/>
              </a:rPr>
              <a:t>기</a:t>
            </a:r>
            <a:endParaRPr lang="ko-KR" altLang="en-US" sz="1800" b="1">
              <a:latin typeface="맑은 고딕" charset="0"/>
              <a:ea typeface="맑은 고딕" charset="0"/>
            </a:endParaRPr>
          </a:p>
        </p:txBody>
      </p:sp>
      <p:cxnSp>
        <p:nvCxnSpPr>
          <p:cNvPr id="8" name="Rect 0"/>
          <p:cNvCxnSpPr/>
          <p:nvPr/>
        </p:nvCxnSpPr>
        <p:spPr>
          <a:xfrm rot="0">
            <a:off x="2610485" y="2239645"/>
            <a:ext cx="760095" cy="635"/>
          </a:xfrm>
          <a:prstGeom prst="straightConnector1"/>
          <a:ln w="6350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 0"/>
          <p:cNvSpPr>
            <a:spLocks/>
          </p:cNvSpPr>
          <p:nvPr/>
        </p:nvSpPr>
        <p:spPr>
          <a:xfrm rot="0">
            <a:off x="6275705" y="1898650"/>
            <a:ext cx="1852295" cy="321310"/>
          </a:xfrm>
          <a:prstGeom prst="flowChartProcess"/>
          <a:solidFill>
            <a:srgbClr val="83A99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lang="ko-KR" sz="1800" b="1">
                <a:latin typeface="맑은 고딕" charset="0"/>
                <a:ea typeface="맑은 고딕" charset="0"/>
              </a:rPr>
              <a:t>제목</a:t>
            </a:r>
            <a:endParaRPr lang="ko-KR" altLang="en-US" sz="1800" b="1">
              <a:latin typeface="맑은 고딕" charset="0"/>
              <a:ea typeface="맑은 고딕" charset="0"/>
            </a:endParaRPr>
          </a:p>
        </p:txBody>
      </p:sp>
      <p:sp>
        <p:nvSpPr>
          <p:cNvPr id="10" name="Rect 0"/>
          <p:cNvSpPr>
            <a:spLocks/>
          </p:cNvSpPr>
          <p:nvPr/>
        </p:nvSpPr>
        <p:spPr>
          <a:xfrm rot="0">
            <a:off x="6277610" y="2280920"/>
            <a:ext cx="1852295" cy="289560"/>
          </a:xfrm>
          <a:prstGeom prst="flowChartProcess"/>
          <a:solidFill>
            <a:srgbClr val="83A99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lang="ko-KR" sz="1800" b="1">
                <a:latin typeface="맑은 고딕" charset="0"/>
                <a:ea typeface="맑은 고딕" charset="0"/>
              </a:rPr>
              <a:t>내용</a:t>
            </a:r>
            <a:endParaRPr lang="ko-KR" altLang="en-US"/>
          </a:p>
        </p:txBody>
      </p:sp>
      <p:cxnSp>
        <p:nvCxnSpPr>
          <p:cNvPr id="11" name="Rect 0"/>
          <p:cNvCxnSpPr/>
          <p:nvPr/>
        </p:nvCxnSpPr>
        <p:spPr>
          <a:xfrm rot="0" flipV="1">
            <a:off x="5471795" y="2211070"/>
            <a:ext cx="710565" cy="10795"/>
          </a:xfrm>
          <a:prstGeom prst="straightConnector1"/>
          <a:ln w="6350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Rect 0"/>
          <p:cNvCxnSpPr/>
          <p:nvPr/>
        </p:nvCxnSpPr>
        <p:spPr>
          <a:xfrm rot="0" flipV="1">
            <a:off x="8272780" y="2243455"/>
            <a:ext cx="710565" cy="10795"/>
          </a:xfrm>
          <a:prstGeom prst="straightConnector1"/>
          <a:ln w="6350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 0"/>
          <p:cNvSpPr>
            <a:spLocks/>
          </p:cNvSpPr>
          <p:nvPr/>
        </p:nvSpPr>
        <p:spPr>
          <a:xfrm rot="0">
            <a:off x="9107170" y="2171065"/>
            <a:ext cx="1852295" cy="321310"/>
          </a:xfrm>
          <a:prstGeom prst="flowChartProcess"/>
          <a:solidFill>
            <a:srgbClr val="83A99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lang="ko-KR" sz="1800" b="1">
                <a:latin typeface="맑은 고딕" charset="0"/>
                <a:ea typeface="맑은 고딕" charset="0"/>
              </a:rPr>
              <a:t>취소</a:t>
            </a:r>
            <a:endParaRPr lang="ko-KR" altLang="en-US" sz="1800" b="1">
              <a:latin typeface="맑은 고딕" charset="0"/>
              <a:ea typeface="맑은 고딕" charset="0"/>
            </a:endParaRPr>
          </a:p>
        </p:txBody>
      </p:sp>
      <p:sp>
        <p:nvSpPr>
          <p:cNvPr id="14" name="Rect 0"/>
          <p:cNvSpPr>
            <a:spLocks/>
          </p:cNvSpPr>
          <p:nvPr/>
        </p:nvSpPr>
        <p:spPr>
          <a:xfrm rot="0">
            <a:off x="9109710" y="1802765"/>
            <a:ext cx="1852295" cy="289560"/>
          </a:xfrm>
          <a:prstGeom prst="flowChartProcess"/>
          <a:solidFill>
            <a:srgbClr val="83A99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lang="ko-KR" b="1"/>
              <a:t>등록</a:t>
            </a:r>
            <a:endParaRPr lang="ko-KR" altLang="en-US" b="1"/>
          </a:p>
        </p:txBody>
      </p:sp>
      <p:cxnSp>
        <p:nvCxnSpPr>
          <p:cNvPr id="15" name="Rect 0"/>
          <p:cNvCxnSpPr/>
          <p:nvPr/>
        </p:nvCxnSpPr>
        <p:spPr>
          <a:xfrm rot="0">
            <a:off x="2619375" y="2229485"/>
            <a:ext cx="635" cy="1200785"/>
          </a:xfrm>
          <a:prstGeom prst="line"/>
          <a:ln w="6350" cap="flat" cmpd="sng">
            <a:prstDash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Rect 0"/>
          <p:cNvCxnSpPr/>
          <p:nvPr/>
        </p:nvCxnSpPr>
        <p:spPr>
          <a:xfrm rot="0">
            <a:off x="2612390" y="3431540"/>
            <a:ext cx="760095" cy="635"/>
          </a:xfrm>
          <a:prstGeom prst="straightConnector1"/>
          <a:ln w="6350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 0"/>
          <p:cNvSpPr>
            <a:spLocks/>
          </p:cNvSpPr>
          <p:nvPr/>
        </p:nvSpPr>
        <p:spPr>
          <a:xfrm rot="0">
            <a:off x="3526155" y="3188970"/>
            <a:ext cx="1852295" cy="670560"/>
          </a:xfrm>
          <a:prstGeom prst="flowChartProcess"/>
          <a:solidFill>
            <a:srgbClr val="83A99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lang="ko-KR" sz="1800" b="1">
                <a:latin typeface="맑은 고딕" charset="0"/>
                <a:ea typeface="맑은 고딕" charset="0"/>
              </a:rPr>
              <a:t>자유 게시판 </a:t>
            </a:r>
            <a:endParaRPr lang="ko-KR" altLang="en-US" sz="1800" b="1">
              <a:latin typeface="맑은 고딕" charset="0"/>
              <a:ea typeface="맑은 고딕" charset="0"/>
            </a:endParaRPr>
          </a:p>
          <a:p>
            <a:pPr marL="0" indent="0" algn="ctr" hangingPunct="1"/>
            <a:r>
              <a:rPr lang="ko-KR" sz="1800" b="1">
                <a:latin typeface="맑은 고딕" charset="0"/>
                <a:ea typeface="맑은 고딕" charset="0"/>
              </a:rPr>
              <a:t>수정</a:t>
            </a:r>
            <a:endParaRPr lang="ko-KR" altLang="en-US"/>
          </a:p>
        </p:txBody>
      </p:sp>
      <p:sp>
        <p:nvSpPr>
          <p:cNvPr id="18" name="Rect 0"/>
          <p:cNvSpPr>
            <a:spLocks/>
          </p:cNvSpPr>
          <p:nvPr/>
        </p:nvSpPr>
        <p:spPr>
          <a:xfrm rot="0">
            <a:off x="3528060" y="4320540"/>
            <a:ext cx="1852295" cy="670560"/>
          </a:xfrm>
          <a:prstGeom prst="flowChartProcess"/>
          <a:solidFill>
            <a:srgbClr val="83A99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lang="ko-KR" sz="1800" b="1">
                <a:latin typeface="맑은 고딕" charset="0"/>
                <a:ea typeface="맑은 고딕" charset="0"/>
              </a:rPr>
              <a:t>자유 게시판</a:t>
            </a:r>
            <a:endParaRPr lang="ko-KR" altLang="en-US" sz="1800" b="1">
              <a:latin typeface="맑은 고딕" charset="0"/>
              <a:ea typeface="맑은 고딕" charset="0"/>
            </a:endParaRPr>
          </a:p>
          <a:p>
            <a:pPr marL="0" indent="0" algn="ctr" hangingPunct="1"/>
            <a:r>
              <a:rPr lang="ko-KR" sz="1800" b="1">
                <a:latin typeface="맑은 고딕" charset="0"/>
                <a:ea typeface="맑은 고딕" charset="0"/>
              </a:rPr>
              <a:t> 삭제</a:t>
            </a:r>
            <a:endParaRPr lang="ko-KR" altLang="en-US"/>
          </a:p>
        </p:txBody>
      </p:sp>
      <p:cxnSp>
        <p:nvCxnSpPr>
          <p:cNvPr id="19" name="Rect 0"/>
          <p:cNvCxnSpPr/>
          <p:nvPr/>
        </p:nvCxnSpPr>
        <p:spPr>
          <a:xfrm rot="0">
            <a:off x="2619375" y="4648835"/>
            <a:ext cx="824230" cy="14605"/>
          </a:xfrm>
          <a:prstGeom prst="straightConnector1"/>
          <a:ln w="6350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Rect 0"/>
          <p:cNvCxnSpPr/>
          <p:nvPr/>
        </p:nvCxnSpPr>
        <p:spPr>
          <a:xfrm rot="0" flipH="1">
            <a:off x="2609850" y="3411220"/>
            <a:ext cx="2540" cy="2248535"/>
          </a:xfrm>
          <a:prstGeom prst="line"/>
          <a:ln w="6350" cap="flat" cmpd="sng">
            <a:prstDash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 0"/>
          <p:cNvSpPr>
            <a:spLocks/>
          </p:cNvSpPr>
          <p:nvPr/>
        </p:nvSpPr>
        <p:spPr>
          <a:xfrm rot="0">
            <a:off x="9118600" y="2573020"/>
            <a:ext cx="1852295" cy="321310"/>
          </a:xfrm>
          <a:prstGeom prst="flowChartProcess"/>
          <a:solidFill>
            <a:srgbClr val="83A99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lang="ko-KR" sz="1800" b="1">
                <a:latin typeface="맑은 고딕" charset="0"/>
                <a:ea typeface="맑은 고딕" charset="0"/>
              </a:rPr>
              <a:t>채팅열기</a:t>
            </a:r>
            <a:endParaRPr lang="ko-KR" altLang="en-US" sz="1800" b="1">
              <a:latin typeface="맑은 고딕" charset="0"/>
              <a:ea typeface="맑은 고딕" charset="0"/>
            </a:endParaRPr>
          </a:p>
        </p:txBody>
      </p:sp>
      <p:sp>
        <p:nvSpPr>
          <p:cNvPr id="22" name="Rect 0"/>
          <p:cNvSpPr>
            <a:spLocks/>
          </p:cNvSpPr>
          <p:nvPr/>
        </p:nvSpPr>
        <p:spPr>
          <a:xfrm rot="0">
            <a:off x="3517900" y="5340350"/>
            <a:ext cx="1852295" cy="670560"/>
          </a:xfrm>
          <a:prstGeom prst="flowChartProcess"/>
          <a:solidFill>
            <a:srgbClr val="83A99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lang="ko-KR" sz="1800" b="1">
                <a:latin typeface="맑은 고딕" charset="0"/>
                <a:ea typeface="맑은 고딕" charset="0"/>
              </a:rPr>
              <a:t>자유 게시판 </a:t>
            </a:r>
            <a:endParaRPr lang="ko-KR" altLang="en-US" sz="1800" b="1">
              <a:latin typeface="맑은 고딕" charset="0"/>
              <a:ea typeface="맑은 고딕" charset="0"/>
            </a:endParaRPr>
          </a:p>
          <a:p>
            <a:pPr marL="0" indent="0" algn="ctr" hangingPunct="1"/>
            <a:r>
              <a:rPr lang="ko-KR" sz="1800" b="1">
                <a:latin typeface="맑은 고딕" charset="0"/>
                <a:ea typeface="맑은 고딕" charset="0"/>
              </a:rPr>
              <a:t>목록으로</a:t>
            </a:r>
            <a:endParaRPr lang="ko-KR" altLang="en-US"/>
          </a:p>
        </p:txBody>
      </p:sp>
      <p:cxnSp>
        <p:nvCxnSpPr>
          <p:cNvPr id="23" name="Rect 0"/>
          <p:cNvCxnSpPr/>
          <p:nvPr/>
        </p:nvCxnSpPr>
        <p:spPr>
          <a:xfrm rot="0">
            <a:off x="2609850" y="5639435"/>
            <a:ext cx="836295" cy="5715"/>
          </a:xfrm>
          <a:prstGeom prst="straightConnector1"/>
          <a:ln w="6350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도형 267"/>
          <p:cNvSpPr>
            <a:spLocks/>
          </p:cNvSpPr>
          <p:nvPr/>
        </p:nvSpPr>
        <p:spPr>
          <a:xfrm rot="0">
            <a:off x="6283960" y="2769235"/>
            <a:ext cx="1765935" cy="833120"/>
          </a:xfrm>
          <a:prstGeom prst="star12"/>
          <a:solidFill>
            <a:schemeClr val="bg1"/>
          </a:solidFill>
          <a:ln w="25400" cap="flat" cmpd="sng">
            <a:solidFill>
              <a:srgbClr val="FF0000">
                <a:alpha val="10000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508000" eaLnBrk="0" latinLnBrk="1" hangingPunct="1">
              <a:buFontTx/>
              <a:buNone/>
            </a:pPr>
            <a:r>
              <a:rPr lang="ko-KR" sz="900" cap="none" b="1" strike="noStrike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제목과 내용이 없다면 글이 등록되면 </a:t>
            </a:r>
            <a:endParaRPr lang="ko-KR" altLang="en-US" sz="900" cap="none" b="1" strike="noStrike">
              <a:solidFill>
                <a:schemeClr val="tx1"/>
              </a:solidFill>
              <a:latin typeface="맑은 고딕" charset="0"/>
              <a:ea typeface="맑은 고딕" charset="0"/>
              <a:sym typeface="맑은 고딕" charset="0"/>
            </a:endParaRPr>
          </a:p>
          <a:p>
            <a:pPr marL="0" indent="0" rtl="0" algn="ctr" defTabSz="508000" eaLnBrk="0" latinLnBrk="1" hangingPunct="1">
              <a:buFontTx/>
              <a:buNone/>
            </a:pPr>
            <a:r>
              <a:rPr lang="ko-KR" sz="900" cap="none" b="1" strike="noStrike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안된다.</a:t>
            </a:r>
            <a:endParaRPr lang="ko-KR" altLang="en-US" sz="900" cap="none" b="1" strike="noStrike">
              <a:solidFill>
                <a:schemeClr val="tx1"/>
              </a:solidFill>
              <a:latin typeface="맑은 고딕" charset="0"/>
              <a:ea typeface="맑은 고딕" charset="0"/>
              <a:sym typeface="맑은 고딕" charset="0"/>
            </a:endParaRPr>
          </a:p>
        </p:txBody>
      </p:sp>
      <p:cxnSp>
        <p:nvCxnSpPr>
          <p:cNvPr id="25" name="도형 276"/>
          <p:cNvCxnSpPr/>
          <p:nvPr/>
        </p:nvCxnSpPr>
        <p:spPr>
          <a:xfrm rot="0">
            <a:off x="5473700" y="3542665"/>
            <a:ext cx="695960" cy="427355"/>
          </a:xfrm>
          <a:prstGeom prst="straightConnector1"/>
          <a:ln w="6350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도형 277"/>
          <p:cNvSpPr>
            <a:spLocks/>
          </p:cNvSpPr>
          <p:nvPr/>
        </p:nvSpPr>
        <p:spPr>
          <a:xfrm rot="0">
            <a:off x="6277610" y="3769995"/>
            <a:ext cx="1852295" cy="321310"/>
          </a:xfrm>
          <a:prstGeom prst="flowChartProcess"/>
          <a:solidFill>
            <a:srgbClr val="83A99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lang="ko-KR" sz="1800" b="1">
                <a:latin typeface="맑은 고딕" charset="0"/>
                <a:ea typeface="맑은 고딕" charset="0"/>
              </a:rPr>
              <a:t>제목</a:t>
            </a:r>
            <a:endParaRPr lang="ko-KR" altLang="en-US" sz="1800" b="1">
              <a:latin typeface="맑은 고딕" charset="0"/>
              <a:ea typeface="맑은 고딕" charset="0"/>
            </a:endParaRPr>
          </a:p>
        </p:txBody>
      </p:sp>
      <p:sp>
        <p:nvSpPr>
          <p:cNvPr id="27" name="도형 278"/>
          <p:cNvSpPr>
            <a:spLocks/>
          </p:cNvSpPr>
          <p:nvPr/>
        </p:nvSpPr>
        <p:spPr>
          <a:xfrm rot="0">
            <a:off x="6279515" y="4152265"/>
            <a:ext cx="1852295" cy="289560"/>
          </a:xfrm>
          <a:prstGeom prst="flowChartProcess"/>
          <a:solidFill>
            <a:srgbClr val="83A99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lang="ko-KR" sz="1800" b="1">
                <a:latin typeface="맑은 고딕" charset="0"/>
                <a:ea typeface="맑은 고딕" charset="0"/>
              </a:rPr>
              <a:t>내용</a:t>
            </a:r>
            <a:endParaRPr lang="ko-KR" altLang="en-US"/>
          </a:p>
        </p:txBody>
      </p:sp>
      <p:cxnSp>
        <p:nvCxnSpPr>
          <p:cNvPr id="28" name="도형 279"/>
          <p:cNvCxnSpPr/>
          <p:nvPr/>
        </p:nvCxnSpPr>
        <p:spPr>
          <a:xfrm rot="0" flipV="1">
            <a:off x="8254365" y="4034790"/>
            <a:ext cx="710565" cy="10795"/>
          </a:xfrm>
          <a:prstGeom prst="straightConnector1"/>
          <a:ln w="6350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도형 280"/>
          <p:cNvSpPr>
            <a:spLocks/>
          </p:cNvSpPr>
          <p:nvPr/>
        </p:nvSpPr>
        <p:spPr>
          <a:xfrm rot="0">
            <a:off x="9088755" y="3962400"/>
            <a:ext cx="1852295" cy="321310"/>
          </a:xfrm>
          <a:prstGeom prst="flowChartProcess"/>
          <a:solidFill>
            <a:srgbClr val="83A99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lang="ko-KR" sz="1800" b="1">
                <a:latin typeface="맑은 고딕" charset="0"/>
                <a:ea typeface="맑은 고딕" charset="0"/>
              </a:rPr>
              <a:t>취소</a:t>
            </a:r>
            <a:endParaRPr lang="ko-KR" altLang="en-US" sz="1800" b="1">
              <a:latin typeface="맑은 고딕" charset="0"/>
              <a:ea typeface="맑은 고딕" charset="0"/>
            </a:endParaRPr>
          </a:p>
        </p:txBody>
      </p:sp>
      <p:sp>
        <p:nvSpPr>
          <p:cNvPr id="30" name="도형 281"/>
          <p:cNvSpPr>
            <a:spLocks/>
          </p:cNvSpPr>
          <p:nvPr/>
        </p:nvSpPr>
        <p:spPr>
          <a:xfrm rot="0">
            <a:off x="9091295" y="3594100"/>
            <a:ext cx="1852295" cy="289560"/>
          </a:xfrm>
          <a:prstGeom prst="flowChartProcess"/>
          <a:solidFill>
            <a:srgbClr val="83A99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b="1"/>
              <a:t>수</a:t>
            </a:r>
            <a:r>
              <a:rPr lang="ko-KR" b="1"/>
              <a:t>정</a:t>
            </a:r>
            <a:endParaRPr lang="ko-KR" altLang="en-US" b="1"/>
          </a:p>
        </p:txBody>
      </p:sp>
      <p:sp>
        <p:nvSpPr>
          <p:cNvPr id="31" name="도형 282"/>
          <p:cNvSpPr>
            <a:spLocks/>
          </p:cNvSpPr>
          <p:nvPr/>
        </p:nvSpPr>
        <p:spPr>
          <a:xfrm rot="0">
            <a:off x="9100185" y="4364355"/>
            <a:ext cx="1852295" cy="321310"/>
          </a:xfrm>
          <a:prstGeom prst="flowChartProcess"/>
          <a:solidFill>
            <a:srgbClr val="83A99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lang="ko-KR" sz="1800" b="1">
                <a:latin typeface="맑은 고딕" charset="0"/>
                <a:ea typeface="맑은 고딕" charset="0"/>
              </a:rPr>
              <a:t>채팅열기</a:t>
            </a:r>
            <a:endParaRPr lang="ko-KR" altLang="en-US" sz="1800" b="1">
              <a:latin typeface="맑은 고딕" charset="0"/>
              <a:ea typeface="맑은 고딕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3"/>
          <p:cNvGraphicFramePr>
            <a:graphicFrameLocks noGrp="1"/>
          </p:cNvGraphicFramePr>
          <p:nvPr/>
        </p:nvGraphicFramePr>
        <p:xfrm>
          <a:off x="-635" y="1905"/>
          <a:ext cx="12198351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9175"/>
                <a:gridCol w="6099175"/>
              </a:tblGrid>
              <a:tr h="370840">
                <a:tc>
                  <a:txBody>
                    <a:bodyPr/>
                    <a:lstStyle/>
                    <a:p>
                      <a:pPr marL="0" indent="0" hangingPunct="1"/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PR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OC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ES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S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2252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hangingPunct="1"/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22523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681480" y="629920"/>
          <a:ext cx="8417560" cy="7512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4390"/>
                <a:gridCol w="2104390"/>
                <a:gridCol w="2104390"/>
                <a:gridCol w="2104390"/>
              </a:tblGrid>
              <a:tr h="370840">
                <a:tc>
                  <a:txBody>
                    <a:bodyPr/>
                    <a:lstStyle/>
                    <a:p>
                      <a:pPr marL="0" indent="0" hangingPunct="1"/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단위 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프로세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스 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ID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2252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hangingPunct="1"/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G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R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O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O-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U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SER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2252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hangingPunct="1"/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프로세스명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2252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hangingPunct="1"/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베스트 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게시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판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22523B"/>
                    </a:solidFill>
                  </a:tcPr>
                </a:tc>
              </a:tr>
              <a:tr h="380365">
                <a:tc>
                  <a:txBody>
                    <a:bodyPr/>
                    <a:lstStyle/>
                    <a:p>
                      <a:pPr marL="0" indent="0" hangingPunct="1"/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작성일자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2252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hangingPunct="1"/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20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25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.1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1.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0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8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2252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hangingPunct="1"/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작성자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2252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hangingPunct="1"/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정선회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22523B"/>
                    </a:solidFill>
                  </a:tcPr>
                </a:tc>
              </a:tr>
            </a:tbl>
          </a:graphicData>
        </a:graphic>
      </p:graphicFrame>
      <p:sp>
        <p:nvSpPr>
          <p:cNvPr id="5" name="Rect 0"/>
          <p:cNvSpPr txBox="1">
            <a:spLocks/>
          </p:cNvSpPr>
          <p:nvPr/>
        </p:nvSpPr>
        <p:spPr>
          <a:xfrm rot="0">
            <a:off x="5380990" y="1429385"/>
            <a:ext cx="2550160" cy="370205"/>
          </a:xfrm>
          <a:prstGeom prst="rect"/>
          <a:noFill/>
          <a:ln>
            <a:noFill/>
            <a:prstDash/>
          </a:ln>
        </p:spPr>
        <p:txBody>
          <a:bodyPr wrap="square" lIns="89535" tIns="46355" rIns="89535" bIns="46355" vert="horz" anchor="t">
            <a:spAutoFit/>
          </a:bodyPr>
          <a:lstStyle/>
          <a:p>
            <a:pPr marL="0" indent="0" algn="l" hangingPunct="1"/>
            <a:r>
              <a:rPr sz="1800" b="1">
                <a:latin typeface="맑은 고딕" charset="0"/>
                <a:ea typeface="맑은 고딕" charset="0"/>
              </a:rPr>
              <a:t>관리</a:t>
            </a:r>
            <a:r>
              <a:rPr lang="ko-KR" sz="1800" b="1">
                <a:latin typeface="맑은 고딕" charset="0"/>
                <a:ea typeface="맑은 고딕" charset="0"/>
              </a:rPr>
              <a:t>자</a:t>
            </a:r>
            <a:endParaRPr lang="ko-KR" altLang="en-US" sz="1800" b="1">
              <a:latin typeface="맑은 고딕" charset="0"/>
              <a:ea typeface="맑은 고딕" charset="0"/>
            </a:endParaRPr>
          </a:p>
        </p:txBody>
      </p:sp>
      <p:sp>
        <p:nvSpPr>
          <p:cNvPr id="6" name="Rect 0"/>
          <p:cNvSpPr>
            <a:spLocks/>
          </p:cNvSpPr>
          <p:nvPr/>
        </p:nvSpPr>
        <p:spPr>
          <a:xfrm rot="0">
            <a:off x="613410" y="1894840"/>
            <a:ext cx="1852295" cy="670560"/>
          </a:xfrm>
          <a:prstGeom prst="flowChartProcess"/>
          <a:solidFill>
            <a:srgbClr val="83A99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lang="ko-KR" sz="1800" b="1">
                <a:latin typeface="맑은 고딕" charset="0"/>
                <a:ea typeface="맑은 고딕" charset="0"/>
              </a:rPr>
              <a:t>베스트 </a:t>
            </a:r>
            <a:r>
              <a:rPr lang="ko-KR" sz="1800" b="1">
                <a:latin typeface="맑은 고딕" charset="0"/>
                <a:ea typeface="맑은 고딕" charset="0"/>
              </a:rPr>
              <a:t>게시</a:t>
            </a:r>
            <a:r>
              <a:rPr lang="ko-KR" sz="1800" b="1">
                <a:latin typeface="맑은 고딕" charset="0"/>
                <a:ea typeface="맑은 고딕" charset="0"/>
              </a:rPr>
              <a:t>판</a:t>
            </a:r>
            <a:endParaRPr lang="ko-KR" altLang="en-US" sz="1800" b="1">
              <a:latin typeface="맑은 고딕" charset="0"/>
              <a:ea typeface="맑은 고딕" charset="0"/>
            </a:endParaRPr>
          </a:p>
        </p:txBody>
      </p:sp>
      <p:cxnSp>
        <p:nvCxnSpPr>
          <p:cNvPr id="8" name="Rect 0"/>
          <p:cNvCxnSpPr/>
          <p:nvPr/>
        </p:nvCxnSpPr>
        <p:spPr>
          <a:xfrm rot="0">
            <a:off x="2630170" y="2229485"/>
            <a:ext cx="760095" cy="635"/>
          </a:xfrm>
          <a:prstGeom prst="straightConnector1"/>
          <a:ln w="6350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Rect 0"/>
          <p:cNvCxnSpPr/>
          <p:nvPr/>
        </p:nvCxnSpPr>
        <p:spPr>
          <a:xfrm rot="0">
            <a:off x="2629535" y="2219325"/>
            <a:ext cx="635" cy="1200785"/>
          </a:xfrm>
          <a:prstGeom prst="line"/>
          <a:ln w="6350" cap="flat" cmpd="sng">
            <a:prstDash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 0"/>
          <p:cNvSpPr>
            <a:spLocks/>
          </p:cNvSpPr>
          <p:nvPr/>
        </p:nvSpPr>
        <p:spPr>
          <a:xfrm rot="0">
            <a:off x="3508375" y="3090545"/>
            <a:ext cx="1852295" cy="670560"/>
          </a:xfrm>
          <a:prstGeom prst="flowChartProcess"/>
          <a:solidFill>
            <a:srgbClr val="83A99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lang="ko-KR" sz="1800" b="1">
                <a:latin typeface="맑은 고딕" charset="0"/>
                <a:ea typeface="맑은 고딕" charset="0"/>
              </a:rPr>
              <a:t>베스트 </a:t>
            </a:r>
            <a:r>
              <a:rPr lang="ko-KR" sz="1800" b="1">
                <a:latin typeface="맑은 고딕" charset="0"/>
                <a:ea typeface="맑은 고딕" charset="0"/>
              </a:rPr>
              <a:t>게시</a:t>
            </a:r>
            <a:r>
              <a:rPr lang="ko-KR" sz="1800" b="1">
                <a:latin typeface="맑은 고딕" charset="0"/>
                <a:ea typeface="맑은 고딕" charset="0"/>
              </a:rPr>
              <a:t>물</a:t>
            </a:r>
            <a:endParaRPr lang="ko-KR" altLang="en-US" sz="1800" b="1">
              <a:latin typeface="맑은 고딕" charset="0"/>
              <a:ea typeface="맑은 고딕" charset="0"/>
            </a:endParaRPr>
          </a:p>
          <a:p>
            <a:pPr marL="0" indent="0" algn="ctr" hangingPunct="1"/>
            <a:r>
              <a:rPr lang="ko-KR" b="1"/>
              <a:t>삭제</a:t>
            </a:r>
            <a:endParaRPr lang="ko-KR" altLang="en-US" b="1"/>
          </a:p>
        </p:txBody>
      </p:sp>
      <p:sp>
        <p:nvSpPr>
          <p:cNvPr id="22" name="Rect 0"/>
          <p:cNvSpPr>
            <a:spLocks/>
          </p:cNvSpPr>
          <p:nvPr/>
        </p:nvSpPr>
        <p:spPr>
          <a:xfrm rot="0">
            <a:off x="3528060" y="1950720"/>
            <a:ext cx="1852295" cy="670560"/>
          </a:xfrm>
          <a:prstGeom prst="flowChartProcess"/>
          <a:solidFill>
            <a:srgbClr val="83A99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lang="ko-KR" sz="1800" b="1">
                <a:latin typeface="맑은 고딕" charset="0"/>
                <a:ea typeface="맑은 고딕" charset="0"/>
              </a:rPr>
              <a:t>베스트 </a:t>
            </a:r>
            <a:r>
              <a:rPr lang="ko-KR" sz="1800" b="1">
                <a:latin typeface="맑은 고딕" charset="0"/>
                <a:ea typeface="맑은 고딕" charset="0"/>
              </a:rPr>
              <a:t>게시</a:t>
            </a:r>
            <a:r>
              <a:rPr lang="ko-KR" sz="1800" b="1">
                <a:latin typeface="맑은 고딕" charset="0"/>
                <a:ea typeface="맑은 고딕" charset="0"/>
              </a:rPr>
              <a:t>판 </a:t>
            </a:r>
            <a:endParaRPr lang="ko-KR" altLang="en-US" sz="1800" b="1">
              <a:latin typeface="맑은 고딕" charset="0"/>
              <a:ea typeface="맑은 고딕" charset="0"/>
            </a:endParaRPr>
          </a:p>
          <a:p>
            <a:pPr marL="0" indent="0" algn="ctr" hangingPunct="1"/>
            <a:r>
              <a:rPr lang="ko-KR" sz="1800" b="1">
                <a:latin typeface="맑은 고딕" charset="0"/>
                <a:ea typeface="맑은 고딕" charset="0"/>
              </a:rPr>
              <a:t>목록으로</a:t>
            </a:r>
            <a:endParaRPr lang="ko-KR" altLang="en-US"/>
          </a:p>
        </p:txBody>
      </p:sp>
      <p:cxnSp>
        <p:nvCxnSpPr>
          <p:cNvPr id="23" name="도형 268"/>
          <p:cNvCxnSpPr/>
          <p:nvPr/>
        </p:nvCxnSpPr>
        <p:spPr>
          <a:xfrm rot="0">
            <a:off x="2632075" y="3421380"/>
            <a:ext cx="760095" cy="635"/>
          </a:xfrm>
          <a:prstGeom prst="straightConnector1"/>
          <a:ln w="6350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3"/>
          <p:cNvGraphicFramePr>
            <a:graphicFrameLocks noGrp="1"/>
          </p:cNvGraphicFramePr>
          <p:nvPr/>
        </p:nvGraphicFramePr>
        <p:xfrm>
          <a:off x="-635" y="1905"/>
          <a:ext cx="12198351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9175"/>
                <a:gridCol w="6099175"/>
              </a:tblGrid>
              <a:tr h="370840">
                <a:tc>
                  <a:txBody>
                    <a:bodyPr/>
                    <a:lstStyle/>
                    <a:p>
                      <a:pPr marL="0" indent="0" hangingPunct="1"/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PR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OC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ES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S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2252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hangingPunct="1"/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22523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681480" y="629920"/>
          <a:ext cx="8417560" cy="7512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4390"/>
                <a:gridCol w="2104390"/>
                <a:gridCol w="2104390"/>
                <a:gridCol w="2104390"/>
              </a:tblGrid>
              <a:tr h="370840">
                <a:tc>
                  <a:txBody>
                    <a:bodyPr/>
                    <a:lstStyle/>
                    <a:p>
                      <a:pPr marL="0" indent="0" hangingPunct="1"/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단위 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프로세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스 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ID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2252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hangingPunct="1"/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G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R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O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O-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U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SER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2252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hangingPunct="1"/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프로세스명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2252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hangingPunct="1"/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팀 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생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성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22523B"/>
                    </a:solidFill>
                  </a:tcPr>
                </a:tc>
              </a:tr>
              <a:tr h="380365">
                <a:tc>
                  <a:txBody>
                    <a:bodyPr/>
                    <a:lstStyle/>
                    <a:p>
                      <a:pPr marL="0" indent="0" hangingPunct="1"/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작성일자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2252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hangingPunct="1"/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20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25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.1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1.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0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8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2252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hangingPunct="1"/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작성자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2252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hangingPunct="1"/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정선회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22523B"/>
                    </a:solidFill>
                  </a:tcPr>
                </a:tc>
              </a:tr>
            </a:tbl>
          </a:graphicData>
        </a:graphic>
      </p:graphicFrame>
      <p:sp>
        <p:nvSpPr>
          <p:cNvPr id="5" name="Rect 0"/>
          <p:cNvSpPr txBox="1">
            <a:spLocks/>
          </p:cNvSpPr>
          <p:nvPr/>
        </p:nvSpPr>
        <p:spPr>
          <a:xfrm rot="0">
            <a:off x="5380990" y="1429385"/>
            <a:ext cx="2550160" cy="370205"/>
          </a:xfrm>
          <a:prstGeom prst="rect"/>
          <a:noFill/>
          <a:ln>
            <a:noFill/>
            <a:prstDash/>
          </a:ln>
        </p:spPr>
        <p:txBody>
          <a:bodyPr wrap="square" lIns="89535" tIns="46355" rIns="89535" bIns="46355" vert="horz" anchor="t">
            <a:spAutoFit/>
          </a:bodyPr>
          <a:lstStyle/>
          <a:p>
            <a:pPr marL="0" indent="0" algn="l" hangingPunct="1"/>
            <a:r>
              <a:rPr lang="ko-KR" sz="1800" b="1">
                <a:latin typeface="맑은 고딕" charset="0"/>
                <a:ea typeface="맑은 고딕" charset="0"/>
              </a:rPr>
              <a:t>회원</a:t>
            </a:r>
            <a:endParaRPr lang="ko-KR" altLang="en-US" sz="1800" b="1">
              <a:latin typeface="맑은 고딕" charset="0"/>
              <a:ea typeface="맑은 고딕" charset="0"/>
            </a:endParaRPr>
          </a:p>
        </p:txBody>
      </p:sp>
      <p:sp>
        <p:nvSpPr>
          <p:cNvPr id="6" name="Rect 0"/>
          <p:cNvSpPr>
            <a:spLocks/>
          </p:cNvSpPr>
          <p:nvPr/>
        </p:nvSpPr>
        <p:spPr>
          <a:xfrm rot="0">
            <a:off x="613410" y="1894840"/>
            <a:ext cx="1852295" cy="670560"/>
          </a:xfrm>
          <a:prstGeom prst="flowChartProcess"/>
          <a:solidFill>
            <a:srgbClr val="83A99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lang="ko-KR" sz="1800" b="1">
                <a:latin typeface="맑은 고딕" charset="0"/>
                <a:ea typeface="맑은 고딕" charset="0"/>
              </a:rPr>
              <a:t>팀 </a:t>
            </a:r>
            <a:r>
              <a:rPr lang="ko-KR" sz="1800" b="1">
                <a:latin typeface="맑은 고딕" charset="0"/>
                <a:ea typeface="맑은 고딕" charset="0"/>
              </a:rPr>
              <a:t>생</a:t>
            </a:r>
            <a:r>
              <a:rPr lang="ko-KR" sz="1800" b="1">
                <a:latin typeface="맑은 고딕" charset="0"/>
                <a:ea typeface="맑은 고딕" charset="0"/>
              </a:rPr>
              <a:t>성</a:t>
            </a:r>
            <a:endParaRPr lang="ko-KR" altLang="en-US" sz="1800" b="1">
              <a:latin typeface="맑은 고딕" charset="0"/>
              <a:ea typeface="맑은 고딕" charset="0"/>
            </a:endParaRPr>
          </a:p>
        </p:txBody>
      </p:sp>
      <p:sp>
        <p:nvSpPr>
          <p:cNvPr id="18" name="Rect 0"/>
          <p:cNvSpPr>
            <a:spLocks/>
          </p:cNvSpPr>
          <p:nvPr/>
        </p:nvSpPr>
        <p:spPr>
          <a:xfrm rot="0">
            <a:off x="3388360" y="2670810"/>
            <a:ext cx="1971675" cy="670560"/>
          </a:xfrm>
          <a:prstGeom prst="flowChartProcess"/>
          <a:solidFill>
            <a:srgbClr val="83A99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lang="ko-KR" sz="1800" b="1">
                <a:latin typeface="맑은 고딕" charset="0"/>
                <a:ea typeface="맑은 고딕" charset="0"/>
              </a:rPr>
              <a:t>개설 </a:t>
            </a:r>
            <a:r>
              <a:rPr lang="ko-KR" sz="1800" b="1">
                <a:latin typeface="맑은 고딕" charset="0"/>
                <a:ea typeface="맑은 고딕" charset="0"/>
              </a:rPr>
              <a:t>스터</a:t>
            </a:r>
            <a:r>
              <a:rPr lang="ko-KR" sz="1800" b="1">
                <a:latin typeface="맑은 고딕" charset="0"/>
                <a:ea typeface="맑은 고딕" charset="0"/>
              </a:rPr>
              <a:t>디 </a:t>
            </a:r>
            <a:r>
              <a:rPr lang="ko-KR" sz="1800" b="1">
                <a:latin typeface="맑은 고딕" charset="0"/>
                <a:ea typeface="맑은 고딕" charset="0"/>
              </a:rPr>
              <a:t>분</a:t>
            </a:r>
            <a:r>
              <a:rPr lang="ko-KR" sz="1800" b="1">
                <a:latin typeface="맑은 고딕" charset="0"/>
                <a:ea typeface="맑은 고딕" charset="0"/>
              </a:rPr>
              <a:t>야</a:t>
            </a:r>
            <a:endParaRPr lang="ko-KR" altLang="en-US" b="1"/>
          </a:p>
        </p:txBody>
      </p:sp>
      <p:sp>
        <p:nvSpPr>
          <p:cNvPr id="22" name="Rect 0"/>
          <p:cNvSpPr>
            <a:spLocks/>
          </p:cNvSpPr>
          <p:nvPr/>
        </p:nvSpPr>
        <p:spPr>
          <a:xfrm rot="0">
            <a:off x="3388360" y="1900555"/>
            <a:ext cx="1852295" cy="670560"/>
          </a:xfrm>
          <a:prstGeom prst="flowChartProcess"/>
          <a:solidFill>
            <a:srgbClr val="83A99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lang="ko-KR" b="1"/>
              <a:t>스터디 명</a:t>
            </a:r>
            <a:endParaRPr lang="ko-KR" altLang="en-US" b="1"/>
          </a:p>
        </p:txBody>
      </p:sp>
      <p:sp>
        <p:nvSpPr>
          <p:cNvPr id="24" name="도형 283"/>
          <p:cNvSpPr>
            <a:spLocks/>
          </p:cNvSpPr>
          <p:nvPr/>
        </p:nvSpPr>
        <p:spPr>
          <a:xfrm rot="0">
            <a:off x="3390900" y="3432175"/>
            <a:ext cx="1971675" cy="670560"/>
          </a:xfrm>
          <a:prstGeom prst="flowChartProcess"/>
          <a:solidFill>
            <a:srgbClr val="83A99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b="1"/>
              <a:t>스터</a:t>
            </a:r>
            <a:r>
              <a:rPr lang="ko-KR" b="1"/>
              <a:t>디 </a:t>
            </a:r>
            <a:r>
              <a:rPr lang="ko-KR" b="1"/>
              <a:t>기</a:t>
            </a:r>
            <a:r>
              <a:rPr lang="ko-KR" b="1"/>
              <a:t>간</a:t>
            </a:r>
            <a:endParaRPr lang="ko-KR" altLang="en-US" b="1"/>
          </a:p>
        </p:txBody>
      </p:sp>
      <p:sp>
        <p:nvSpPr>
          <p:cNvPr id="25" name="도형 284"/>
          <p:cNvSpPr>
            <a:spLocks/>
          </p:cNvSpPr>
          <p:nvPr/>
        </p:nvSpPr>
        <p:spPr>
          <a:xfrm rot="0">
            <a:off x="3392170" y="4194175"/>
            <a:ext cx="1971675" cy="670560"/>
          </a:xfrm>
          <a:prstGeom prst="flowChartProcess"/>
          <a:solidFill>
            <a:srgbClr val="83A99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b="1"/>
              <a:t>모</a:t>
            </a:r>
            <a:r>
              <a:rPr lang="ko-KR" b="1"/>
              <a:t>집 </a:t>
            </a:r>
            <a:r>
              <a:rPr lang="ko-KR" b="1"/>
              <a:t>인</a:t>
            </a:r>
            <a:r>
              <a:rPr lang="ko-KR" b="1"/>
              <a:t>원</a:t>
            </a:r>
            <a:endParaRPr lang="ko-KR" altLang="en-US" b="1"/>
          </a:p>
        </p:txBody>
      </p:sp>
      <p:sp>
        <p:nvSpPr>
          <p:cNvPr id="26" name="도형 285"/>
          <p:cNvSpPr>
            <a:spLocks/>
          </p:cNvSpPr>
          <p:nvPr/>
        </p:nvSpPr>
        <p:spPr>
          <a:xfrm rot="0">
            <a:off x="3392170" y="4954270"/>
            <a:ext cx="1971675" cy="670560"/>
          </a:xfrm>
          <a:prstGeom prst="flowChartProcess"/>
          <a:solidFill>
            <a:srgbClr val="83A99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b="1"/>
              <a:t>비밀번</a:t>
            </a:r>
            <a:r>
              <a:rPr lang="ko-KR" b="1"/>
              <a:t>호</a:t>
            </a:r>
            <a:endParaRPr lang="ko-KR" altLang="en-US" b="1"/>
          </a:p>
        </p:txBody>
      </p:sp>
      <p:sp>
        <p:nvSpPr>
          <p:cNvPr id="27" name="도형 286"/>
          <p:cNvSpPr>
            <a:spLocks/>
          </p:cNvSpPr>
          <p:nvPr/>
        </p:nvSpPr>
        <p:spPr>
          <a:xfrm rot="0">
            <a:off x="3383915" y="5706110"/>
            <a:ext cx="1971675" cy="670560"/>
          </a:xfrm>
          <a:prstGeom prst="flowChartProcess"/>
          <a:solidFill>
            <a:srgbClr val="83A99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b="1"/>
              <a:t>스터</a:t>
            </a:r>
            <a:r>
              <a:rPr lang="ko-KR" b="1"/>
              <a:t>디 </a:t>
            </a:r>
            <a:r>
              <a:rPr lang="ko-KR" b="1"/>
              <a:t>소</a:t>
            </a:r>
            <a:r>
              <a:rPr lang="ko-KR" b="1"/>
              <a:t>개</a:t>
            </a:r>
            <a:endParaRPr lang="ko-KR" altLang="en-US" b="1"/>
          </a:p>
        </p:txBody>
      </p:sp>
      <p:sp>
        <p:nvSpPr>
          <p:cNvPr id="28" name="도형 293"/>
          <p:cNvSpPr>
            <a:spLocks/>
          </p:cNvSpPr>
          <p:nvPr/>
        </p:nvSpPr>
        <p:spPr>
          <a:xfrm rot="0" flipH="1">
            <a:off x="3148965" y="2099945"/>
            <a:ext cx="220980" cy="4429760"/>
          </a:xfrm>
          <a:prstGeom prst="arc">
            <a:avLst>
              <a:gd name="adj1" fmla="val 16200000"/>
              <a:gd name="adj2" fmla="val 5415144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  <p:cxnSp>
        <p:nvCxnSpPr>
          <p:cNvPr id="29" name="도형 294"/>
          <p:cNvCxnSpPr/>
          <p:nvPr/>
        </p:nvCxnSpPr>
        <p:spPr>
          <a:xfrm rot="0">
            <a:off x="2589530" y="2259330"/>
            <a:ext cx="500380" cy="10795"/>
          </a:xfrm>
          <a:prstGeom prst="straightConnector1"/>
          <a:ln w="6350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도형 295"/>
          <p:cNvSpPr>
            <a:spLocks/>
          </p:cNvSpPr>
          <p:nvPr/>
        </p:nvSpPr>
        <p:spPr>
          <a:xfrm rot="0">
            <a:off x="5684520" y="1899285"/>
            <a:ext cx="1765935" cy="833120"/>
          </a:xfrm>
          <a:prstGeom prst="star12"/>
          <a:solidFill>
            <a:schemeClr val="bg1"/>
          </a:solidFill>
          <a:ln w="25400" cap="flat" cmpd="sng">
            <a:solidFill>
              <a:srgbClr val="FF0000">
                <a:alpha val="10000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508000" eaLnBrk="0" latinLnBrk="1" hangingPunct="1">
              <a:buFontTx/>
              <a:buNone/>
            </a:pPr>
            <a:r>
              <a:rPr lang="ko-KR" sz="900" cap="none" b="1" strike="noStrike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스터디명이 </a:t>
            </a:r>
            <a:endParaRPr lang="ko-KR" altLang="en-US" sz="900" cap="none" b="1" strike="noStrike">
              <a:solidFill>
                <a:schemeClr val="tx1"/>
              </a:solidFill>
              <a:latin typeface="맑은 고딕" charset="0"/>
              <a:ea typeface="맑은 고딕" charset="0"/>
              <a:sym typeface="맑은 고딕" charset="0"/>
            </a:endParaRPr>
          </a:p>
          <a:p>
            <a:pPr marL="0" indent="0" rtl="0" algn="ctr" defTabSz="508000" eaLnBrk="0" latinLnBrk="1" hangingPunct="1">
              <a:buFontTx/>
              <a:buNone/>
            </a:pPr>
            <a:r>
              <a:rPr lang="ko-KR" sz="900" cap="none" b="1" strike="noStrike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없다면</a:t>
            </a:r>
            <a:endParaRPr lang="ko-KR" altLang="en-US" sz="900" cap="none" b="1" strike="noStrike">
              <a:solidFill>
                <a:schemeClr val="tx1"/>
              </a:solidFill>
              <a:latin typeface="맑은 고딕" charset="0"/>
              <a:ea typeface="맑은 고딕" charset="0"/>
              <a:sym typeface="맑은 고딕" charset="0"/>
            </a:endParaRPr>
          </a:p>
          <a:p>
            <a:pPr marL="0" indent="0" rtl="0" algn="ctr" defTabSz="508000" eaLnBrk="0" latinLnBrk="1" hangingPunct="1">
              <a:buFontTx/>
              <a:buNone/>
            </a:pPr>
            <a:r>
              <a:rPr lang="ko-KR" sz="900" cap="none" b="1" strike="noStrike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스터디 개설을 할 수 없다.</a:t>
            </a:r>
            <a:endParaRPr lang="ko-KR" altLang="en-US" sz="900" cap="none" b="1" strike="noStrike">
              <a:solidFill>
                <a:schemeClr val="tx1"/>
              </a:solidFill>
              <a:latin typeface="맑은 고딕" charset="0"/>
              <a:ea typeface="맑은 고딕" charset="0"/>
              <a:sym typeface="맑은 고딕" charset="0"/>
            </a:endParaRPr>
          </a:p>
        </p:txBody>
      </p:sp>
      <p:cxnSp>
        <p:nvCxnSpPr>
          <p:cNvPr id="31" name="도형 296"/>
          <p:cNvCxnSpPr/>
          <p:nvPr/>
        </p:nvCxnSpPr>
        <p:spPr>
          <a:xfrm rot="0">
            <a:off x="7611110" y="2310765"/>
            <a:ext cx="500380" cy="10795"/>
          </a:xfrm>
          <a:prstGeom prst="straightConnector1"/>
          <a:ln w="6350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도형 297"/>
          <p:cNvSpPr>
            <a:spLocks/>
          </p:cNvSpPr>
          <p:nvPr/>
        </p:nvSpPr>
        <p:spPr>
          <a:xfrm rot="0">
            <a:off x="8294370" y="1976755"/>
            <a:ext cx="1852295" cy="670560"/>
          </a:xfrm>
          <a:prstGeom prst="flowChartProcess"/>
          <a:solidFill>
            <a:srgbClr val="83A99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lang="ko-KR" sz="1800" b="1">
                <a:latin typeface="맑은 고딕" charset="0"/>
                <a:ea typeface="맑은 고딕" charset="0"/>
              </a:rPr>
              <a:t>팀 </a:t>
            </a:r>
            <a:r>
              <a:rPr lang="ko-KR" sz="1800" b="1">
                <a:latin typeface="맑은 고딕" charset="0"/>
                <a:ea typeface="맑은 고딕" charset="0"/>
              </a:rPr>
              <a:t>생성하</a:t>
            </a:r>
            <a:r>
              <a:rPr lang="ko-KR" sz="1800" b="1">
                <a:latin typeface="맑은 고딕" charset="0"/>
                <a:ea typeface="맑은 고딕" charset="0"/>
              </a:rPr>
              <a:t>기</a:t>
            </a:r>
            <a:endParaRPr lang="ko-KR" altLang="en-US" sz="1800" b="1">
              <a:latin typeface="맑은 고딕" charset="0"/>
              <a:ea typeface="맑은 고딕" charset="0"/>
            </a:endParaRPr>
          </a:p>
        </p:txBody>
      </p:sp>
      <p:sp>
        <p:nvSpPr>
          <p:cNvPr id="33" name="도형 298"/>
          <p:cNvSpPr>
            <a:spLocks/>
          </p:cNvSpPr>
          <p:nvPr/>
        </p:nvSpPr>
        <p:spPr>
          <a:xfrm rot="0">
            <a:off x="8296275" y="2758440"/>
            <a:ext cx="1852295" cy="670560"/>
          </a:xfrm>
          <a:prstGeom prst="flowChartProcess"/>
          <a:solidFill>
            <a:srgbClr val="83A99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lang="ko-KR" sz="1800" b="1">
                <a:latin typeface="맑은 고딕" charset="0"/>
                <a:ea typeface="맑은 고딕" charset="0"/>
              </a:rPr>
              <a:t>돌아가기</a:t>
            </a:r>
            <a:endParaRPr lang="ko-KR" altLang="en-US" sz="1800" b="1">
              <a:latin typeface="맑은 고딕" charset="0"/>
              <a:ea typeface="맑은 고딕" charset="0"/>
            </a:endParaRPr>
          </a:p>
        </p:txBody>
      </p:sp>
      <p:cxnSp>
        <p:nvCxnSpPr>
          <p:cNvPr id="34" name="도형 299"/>
          <p:cNvCxnSpPr/>
          <p:nvPr/>
        </p:nvCxnSpPr>
        <p:spPr>
          <a:xfrm rot="0">
            <a:off x="7562850" y="2531745"/>
            <a:ext cx="526415" cy="517525"/>
          </a:xfrm>
          <a:prstGeom prst="straightConnector1"/>
          <a:ln w="6350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도형 312"/>
          <p:cNvSpPr>
            <a:spLocks/>
          </p:cNvSpPr>
          <p:nvPr/>
        </p:nvSpPr>
        <p:spPr>
          <a:xfrm rot="0">
            <a:off x="5271135" y="2160905"/>
            <a:ext cx="220980" cy="4429760"/>
          </a:xfrm>
          <a:prstGeom prst="arc">
            <a:avLst>
              <a:gd name="adj1" fmla="val 16200000"/>
              <a:gd name="adj2" fmla="val 5415144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  <p:cxnSp>
        <p:nvCxnSpPr>
          <p:cNvPr id="36" name="도형 313"/>
          <p:cNvCxnSpPr/>
          <p:nvPr/>
        </p:nvCxnSpPr>
        <p:spPr>
          <a:xfrm rot="0" flipV="1">
            <a:off x="5600700" y="2759710"/>
            <a:ext cx="408940" cy="421640"/>
          </a:xfrm>
          <a:prstGeom prst="straightConnector1"/>
          <a:ln w="6350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3"/>
          <p:cNvGraphicFramePr>
            <a:graphicFrameLocks noGrp="1"/>
          </p:cNvGraphicFramePr>
          <p:nvPr/>
        </p:nvGraphicFramePr>
        <p:xfrm>
          <a:off x="-635" y="1905"/>
          <a:ext cx="12198351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9175"/>
                <a:gridCol w="6099175"/>
              </a:tblGrid>
              <a:tr h="370840">
                <a:tc>
                  <a:txBody>
                    <a:bodyPr/>
                    <a:lstStyle/>
                    <a:p>
                      <a:pPr marL="0" indent="0" hangingPunct="1"/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PR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OC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ES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S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2252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hangingPunct="1"/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22523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681480" y="629920"/>
          <a:ext cx="8417560" cy="7512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4390"/>
                <a:gridCol w="2104390"/>
                <a:gridCol w="2104390"/>
                <a:gridCol w="2104390"/>
              </a:tblGrid>
              <a:tr h="370840">
                <a:tc>
                  <a:txBody>
                    <a:bodyPr/>
                    <a:lstStyle/>
                    <a:p>
                      <a:pPr marL="0" indent="0" hangingPunct="1"/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단위 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프로세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스 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ID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2252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hangingPunct="1"/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G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R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O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O-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U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SER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2252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hangingPunct="1"/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프로세스명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2252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hangingPunct="1"/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팀 보기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22523B"/>
                    </a:solidFill>
                  </a:tcPr>
                </a:tc>
              </a:tr>
              <a:tr h="380365">
                <a:tc>
                  <a:txBody>
                    <a:bodyPr/>
                    <a:lstStyle/>
                    <a:p>
                      <a:pPr marL="0" indent="0" hangingPunct="1"/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작성일자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2252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hangingPunct="1"/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20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25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.1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1.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0</a:t>
                      </a:r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8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2252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hangingPunct="1"/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작성자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2252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hangingPunct="1"/>
                      <a:r>
                        <a:rPr lang="ko-KR" sz="1800" kern="1200" i="0" b="1">
                          <a:solidFill>
                            <a:schemeClr val="lt1"/>
                          </a:solidFill>
                          <a:latin typeface="맑은 고딕" charset="0"/>
                          <a:ea typeface="맑은 고딕" charset="0"/>
                        </a:rPr>
                        <a:t>정선회</a:t>
                      </a:r>
                      <a:endParaRPr lang="ko-KR" altLang="en-US" sz="1800" kern="1200" i="0" b="1">
                        <a:solidFill>
                          <a:schemeClr val="lt1"/>
                        </a:solidFill>
                        <a:latin typeface="맑은 고딕" charset="0"/>
                        <a:ea typeface="맑은 고딕" charset="0"/>
                      </a:endParaRPr>
                    </a:p>
                  </a:txBody>
                  <a:tcPr marL="90170" marR="90170" marT="46990" marB="46990" anchor="t">
                    <a:lnL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TlToBr>
                    <a:lnBlToTr w="0" cap="flat" cmpd="sng" algn="ctr">
                      <a:noFill/>
                      <a:prstDash/>
                      <a:round/>
                      <a:headEnd type="none" w="med" len="med"/>
                      <a:tailEnd type="none" w="med" len="med"/>
                    </a:lnBlToTr>
                    <a:solidFill>
                      <a:srgbClr val="22523B"/>
                    </a:solidFill>
                  </a:tcPr>
                </a:tc>
              </a:tr>
            </a:tbl>
          </a:graphicData>
        </a:graphic>
      </p:graphicFrame>
      <p:sp>
        <p:nvSpPr>
          <p:cNvPr id="5" name="Rect 0"/>
          <p:cNvSpPr txBox="1">
            <a:spLocks/>
          </p:cNvSpPr>
          <p:nvPr/>
        </p:nvSpPr>
        <p:spPr>
          <a:xfrm rot="0">
            <a:off x="5380990" y="1429385"/>
            <a:ext cx="2550160" cy="370205"/>
          </a:xfrm>
          <a:prstGeom prst="rect"/>
          <a:noFill/>
          <a:ln>
            <a:noFill/>
            <a:prstDash/>
          </a:ln>
        </p:spPr>
        <p:txBody>
          <a:bodyPr wrap="square" lIns="89535" tIns="46355" rIns="89535" bIns="46355" vert="horz" anchor="t">
            <a:spAutoFit/>
          </a:bodyPr>
          <a:lstStyle/>
          <a:p>
            <a:pPr marL="0" indent="0" algn="l" hangingPunct="1"/>
            <a:r>
              <a:rPr lang="ko-KR" sz="1800" b="1">
                <a:latin typeface="맑은 고딕" charset="0"/>
                <a:ea typeface="맑은 고딕" charset="0"/>
              </a:rPr>
              <a:t>회원</a:t>
            </a:r>
            <a:endParaRPr lang="ko-KR" altLang="en-US" sz="1800" b="1">
              <a:latin typeface="맑은 고딕" charset="0"/>
              <a:ea typeface="맑은 고딕" charset="0"/>
            </a:endParaRPr>
          </a:p>
        </p:txBody>
      </p:sp>
      <p:sp>
        <p:nvSpPr>
          <p:cNvPr id="6" name="Rect 0"/>
          <p:cNvSpPr>
            <a:spLocks/>
          </p:cNvSpPr>
          <p:nvPr/>
        </p:nvSpPr>
        <p:spPr>
          <a:xfrm rot="0">
            <a:off x="663575" y="2534920"/>
            <a:ext cx="1852295" cy="670560"/>
          </a:xfrm>
          <a:prstGeom prst="flowChartProcess"/>
          <a:solidFill>
            <a:srgbClr val="83A99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lang="ko-KR" sz="1800" b="1">
                <a:latin typeface="맑은 고딕" charset="0"/>
                <a:ea typeface="맑은 고딕" charset="0"/>
              </a:rPr>
              <a:t>팀 보기</a:t>
            </a:r>
            <a:endParaRPr lang="ko-KR" altLang="en-US" sz="1800" b="1">
              <a:latin typeface="맑은 고딕" charset="0"/>
              <a:ea typeface="맑은 고딕" charset="0"/>
            </a:endParaRPr>
          </a:p>
        </p:txBody>
      </p:sp>
      <p:cxnSp>
        <p:nvCxnSpPr>
          <p:cNvPr id="7" name="도형 300"/>
          <p:cNvCxnSpPr/>
          <p:nvPr/>
        </p:nvCxnSpPr>
        <p:spPr>
          <a:xfrm rot="0">
            <a:off x="2629535" y="2869565"/>
            <a:ext cx="500380" cy="10795"/>
          </a:xfrm>
          <a:prstGeom prst="straightConnector1"/>
          <a:ln w="6350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도형 301"/>
          <p:cNvSpPr>
            <a:spLocks/>
          </p:cNvSpPr>
          <p:nvPr/>
        </p:nvSpPr>
        <p:spPr>
          <a:xfrm rot="0">
            <a:off x="3275330" y="2169160"/>
            <a:ext cx="1852295" cy="1410970"/>
          </a:xfrm>
          <a:prstGeom prst="flowChartProcess"/>
          <a:solidFill>
            <a:srgbClr val="83A99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sz="1800" b="1">
                <a:latin typeface="맑은 고딕" charset="0"/>
                <a:ea typeface="맑은 고딕" charset="0"/>
              </a:rPr>
              <a:t>팀</a:t>
            </a:r>
            <a:r>
              <a:rPr lang="ko-KR" sz="1800" b="1">
                <a:latin typeface="맑은 고딕" charset="0"/>
                <a:ea typeface="맑은 고딕" charset="0"/>
              </a:rPr>
              <a:t>명</a:t>
            </a:r>
            <a:endParaRPr lang="ko-KR" altLang="en-US" sz="1800" b="1">
              <a:latin typeface="맑은 고딕" charset="0"/>
              <a:ea typeface="맑은 고딕" charset="0"/>
            </a:endParaRPr>
          </a:p>
          <a:p>
            <a:pPr marL="0" indent="0" algn="ctr" hangingPunct="1"/>
            <a:r>
              <a:rPr lang="ko-KR" sz="1800" b="1">
                <a:latin typeface="맑은 고딕" charset="0"/>
                <a:ea typeface="맑은 고딕" charset="0"/>
              </a:rPr>
              <a:t>팀</a:t>
            </a:r>
            <a:r>
              <a:rPr lang="ko-KR" sz="1800" b="1">
                <a:latin typeface="맑은 고딕" charset="0"/>
                <a:ea typeface="맑은 고딕" charset="0"/>
              </a:rPr>
              <a:t>원</a:t>
            </a:r>
            <a:endParaRPr lang="ko-KR" altLang="en-US" sz="1800" b="1">
              <a:latin typeface="맑은 고딕" charset="0"/>
              <a:ea typeface="맑은 고딕" charset="0"/>
            </a:endParaRPr>
          </a:p>
          <a:p>
            <a:pPr marL="0" indent="0" algn="ctr" hangingPunct="1"/>
            <a:r>
              <a:rPr lang="ko-KR" sz="1800" b="1">
                <a:latin typeface="맑은 고딕" charset="0"/>
                <a:ea typeface="맑은 고딕" charset="0"/>
              </a:rPr>
              <a:t>좋아</a:t>
            </a:r>
            <a:r>
              <a:rPr lang="ko-KR" sz="1800" b="1">
                <a:latin typeface="맑은 고딕" charset="0"/>
                <a:ea typeface="맑은 고딕" charset="0"/>
              </a:rPr>
              <a:t>요</a:t>
            </a:r>
            <a:endParaRPr lang="ko-KR" altLang="en-US" sz="1800" b="1">
              <a:latin typeface="맑은 고딕" charset="0"/>
              <a:ea typeface="맑은 고딕" charset="0"/>
            </a:endParaRPr>
          </a:p>
          <a:p>
            <a:pPr marL="0" indent="0" algn="ctr" hangingPunct="1"/>
            <a:r>
              <a:rPr lang="ko-KR" sz="1800" b="1">
                <a:latin typeface="맑은 고딕" charset="0"/>
                <a:ea typeface="맑은 고딕" charset="0"/>
              </a:rPr>
              <a:t>메</a:t>
            </a:r>
            <a:r>
              <a:rPr lang="ko-KR" sz="1800" b="1">
                <a:latin typeface="맑은 고딕" charset="0"/>
                <a:ea typeface="맑은 고딕" charset="0"/>
              </a:rPr>
              <a:t>달</a:t>
            </a:r>
            <a:endParaRPr lang="ko-KR" altLang="en-US" sz="1800" b="1">
              <a:latin typeface="맑은 고딕" charset="0"/>
              <a:ea typeface="맑은 고딕" charset="0"/>
            </a:endParaRPr>
          </a:p>
          <a:p>
            <a:pPr marL="0" indent="0" algn="ctr" hangingPunct="1"/>
            <a:r>
              <a:rPr lang="ko-KR" sz="1800" b="1">
                <a:latin typeface="맑은 고딕" charset="0"/>
                <a:ea typeface="맑은 고딕" charset="0"/>
              </a:rPr>
              <a:t>팀</a:t>
            </a:r>
            <a:r>
              <a:rPr lang="ko-KR" sz="1800" b="1">
                <a:latin typeface="맑은 고딕" charset="0"/>
                <a:ea typeface="맑은 고딕" charset="0"/>
              </a:rPr>
              <a:t>장</a:t>
            </a:r>
            <a:endParaRPr lang="ko-KR" altLang="en-US" sz="1800" b="1">
              <a:latin typeface="맑은 고딕" charset="0"/>
              <a:ea typeface="맑은 고딕" charset="0"/>
            </a:endParaRPr>
          </a:p>
        </p:txBody>
      </p:sp>
      <p:cxnSp>
        <p:nvCxnSpPr>
          <p:cNvPr id="9" name="도형 302"/>
          <p:cNvCxnSpPr/>
          <p:nvPr/>
        </p:nvCxnSpPr>
        <p:spPr>
          <a:xfrm rot="0">
            <a:off x="5271135" y="2851150"/>
            <a:ext cx="500380" cy="10795"/>
          </a:xfrm>
          <a:prstGeom prst="straightConnector1"/>
          <a:ln w="6350" cap="flat" cmpd="sng">
            <a:prstDash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도형 307"/>
          <p:cNvSpPr>
            <a:spLocks/>
          </p:cNvSpPr>
          <p:nvPr/>
        </p:nvSpPr>
        <p:spPr>
          <a:xfrm rot="0">
            <a:off x="5974715" y="2166620"/>
            <a:ext cx="1852295" cy="670560"/>
          </a:xfrm>
          <a:prstGeom prst="flowChartProcess"/>
          <a:solidFill>
            <a:srgbClr val="83A99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sz="1800" b="1">
                <a:latin typeface="맑은 고딕" charset="0"/>
                <a:ea typeface="맑은 고딕" charset="0"/>
              </a:rPr>
              <a:t>상세보</a:t>
            </a:r>
            <a:r>
              <a:rPr lang="ko-KR" sz="1800" b="1">
                <a:latin typeface="맑은 고딕" charset="0"/>
                <a:ea typeface="맑은 고딕" charset="0"/>
              </a:rPr>
              <a:t>기</a:t>
            </a:r>
            <a:endParaRPr lang="ko-KR" altLang="en-US" sz="1800" b="1">
              <a:latin typeface="맑은 고딕" charset="0"/>
              <a:ea typeface="맑은 고딕" charset="0"/>
            </a:endParaRPr>
          </a:p>
        </p:txBody>
      </p:sp>
      <p:sp>
        <p:nvSpPr>
          <p:cNvPr id="11" name="도형 308"/>
          <p:cNvSpPr>
            <a:spLocks/>
          </p:cNvSpPr>
          <p:nvPr/>
        </p:nvSpPr>
        <p:spPr>
          <a:xfrm rot="0">
            <a:off x="5976620" y="2958465"/>
            <a:ext cx="1852295" cy="670560"/>
          </a:xfrm>
          <a:prstGeom prst="flowChartProcess"/>
          <a:solidFill>
            <a:srgbClr val="83A99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 hangingPunct="1"/>
            <a:r>
              <a:rPr lang="ko-KR" sz="1800" b="1">
                <a:latin typeface="맑은 고딕" charset="0"/>
                <a:ea typeface="맑은 고딕" charset="0"/>
              </a:rPr>
              <a:t>탈퇴</a:t>
            </a:r>
            <a:endParaRPr lang="ko-KR" altLang="en-US" sz="1800" b="1">
              <a:latin typeface="맑은 고딕" charset="0"/>
              <a:ea typeface="맑은 고딕" charset="0"/>
            </a:endParaRPr>
          </a:p>
        </p:txBody>
      </p:sp>
      <p:sp>
        <p:nvSpPr>
          <p:cNvPr id="12" name="도형 311"/>
          <p:cNvSpPr>
            <a:spLocks/>
          </p:cNvSpPr>
          <p:nvPr/>
        </p:nvSpPr>
        <p:spPr>
          <a:xfrm rot="0">
            <a:off x="5974715" y="3829050"/>
            <a:ext cx="1765935" cy="833120"/>
          </a:xfrm>
          <a:prstGeom prst="star12"/>
          <a:solidFill>
            <a:schemeClr val="bg1"/>
          </a:solidFill>
          <a:ln w="25400" cap="flat" cmpd="sng">
            <a:solidFill>
              <a:srgbClr val="FF0000">
                <a:alpha val="10000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508000" eaLnBrk="0" latinLnBrk="1" hangingPunct="1">
              <a:buFontTx/>
              <a:buNone/>
            </a:pPr>
            <a:r>
              <a:rPr lang="ko-KR" sz="900" cap="none" b="1" strike="noStrike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스터디 탈퇴를 누를 시 </a:t>
            </a:r>
            <a:endParaRPr lang="ko-KR" altLang="en-US" sz="900" cap="none" b="1" strike="noStrike">
              <a:solidFill>
                <a:schemeClr val="tx1"/>
              </a:solidFill>
              <a:latin typeface="맑은 고딕" charset="0"/>
              <a:ea typeface="맑은 고딕" charset="0"/>
              <a:sym typeface="맑은 고딕" charset="0"/>
            </a:endParaRPr>
          </a:p>
          <a:p>
            <a:pPr marL="0" indent="0" rtl="0" algn="ctr" defTabSz="508000" eaLnBrk="0" latinLnBrk="1" hangingPunct="1">
              <a:buFontTx/>
              <a:buNone/>
            </a:pPr>
            <a:r>
              <a:rPr lang="ko-KR" sz="900" cap="none" b="1" strike="noStrike">
                <a:solidFill>
                  <a:schemeClr val="tx1"/>
                </a:solidFill>
                <a:latin typeface="맑은 고딕" charset="0"/>
                <a:ea typeface="맑은 고딕" charset="0"/>
                <a:sym typeface="맑은 고딕" charset="0"/>
              </a:rPr>
              <a:t>반드시 확인창을 보여준다,</a:t>
            </a:r>
            <a:endParaRPr lang="ko-KR" altLang="en-US" sz="900" cap="none" b="1" strike="noStrike">
              <a:solidFill>
                <a:schemeClr val="tx1"/>
              </a:solidFill>
              <a:latin typeface="맑은 고딕" charset="0"/>
              <a:ea typeface="맑은 고딕" charset="0"/>
              <a:sym typeface="맑은 고딕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Polaris Office Slide</Application>
  <AppVersion>12.000</AppVersion>
  <Characters>0</Characters>
  <CharactersWithSpaces>0</CharactersWithSpaces>
  <DocSecurity>0</DocSecurity>
  <HyperlinksChanged>false</HyperlinksChanged>
  <Lines>0</Lines>
  <LinksUpToDate>false</LinksUpToDate>
  <Pages>10</Pages>
  <Paragraphs>1</Paragraphs>
  <Words>1</Words>
  <TotalTime>0</TotalTime>
  <MMClips>0</MMClips>
  <ScaleCrop>false</ScaleCrop>
  <HeadingPairs>
    <vt:vector size="2" baseType="variant">
      <vt:variant>
        <vt:lpstr>Title</vt:lpstr>
      </vt:variant>
      <vt:variant>
        <vt:i4>1</vt:i4>
      </vt:variant>
    </vt:vector>
  </HeadingPairs>
  <TitlesOfParts>
    <vt:vector size="1" baseType="lpstr">
      <vt:lpstr>Title text</vt:lpstr>
    </vt:vector>
  </TitlesOfParts>
  <SharedDoc>false</SharedDoc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3</cp:revision>
  <dc:creator>devjsh95</dc:creator>
  <cp:lastModifiedBy>devjsh95</cp:lastModifiedBy>
  <dc:title>PowerPoint 프레젠테이션</dc:title>
  <cp:version>10.105.286.56066</cp:version>
</cp:coreProperties>
</file>